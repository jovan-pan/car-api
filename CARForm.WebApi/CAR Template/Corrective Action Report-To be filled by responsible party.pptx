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711" r:id="rId2"/>
    <p:sldId id="713" r:id="rId3"/>
    <p:sldId id="694" r:id="rId4"/>
    <p:sldId id="697" r:id="rId5"/>
    <p:sldId id="696" r:id="rId6"/>
    <p:sldId id="699" r:id="rId7"/>
    <p:sldId id="698" r:id="rId8"/>
    <p:sldId id="260" r:id="rId9"/>
    <p:sldId id="700" r:id="rId10"/>
    <p:sldId id="701" r:id="rId11"/>
    <p:sldId id="710" r:id="rId12"/>
    <p:sldId id="702" r:id="rId13"/>
    <p:sldId id="703" r:id="rId14"/>
    <p:sldId id="704" r:id="rId15"/>
    <p:sldId id="705" r:id="rId16"/>
    <p:sldId id="706" r:id="rId17"/>
    <p:sldId id="268" r:id="rId18"/>
    <p:sldId id="712" r:id="rId19"/>
    <p:sldId id="278" r:id="rId20"/>
    <p:sldId id="708" r:id="rId21"/>
    <p:sldId id="709" r:id="rId22"/>
    <p:sldId id="692" r:id="rId23"/>
    <p:sldId id="276" r:id="rId24"/>
    <p:sldId id="283" r:id="rId25"/>
  </p:sldIdLst>
  <p:sldSz cx="12192000" cy="6858000"/>
  <p:notesSz cx="6797675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y Responsible PIC" id="{51694750-B2AA-4B46-AD28-13B7943546AD}">
          <p14:sldIdLst>
            <p14:sldId id="711"/>
            <p14:sldId id="713"/>
            <p14:sldId id="694"/>
            <p14:sldId id="697"/>
            <p14:sldId id="696"/>
            <p14:sldId id="699"/>
            <p14:sldId id="698"/>
            <p14:sldId id="260"/>
            <p14:sldId id="700"/>
            <p14:sldId id="701"/>
            <p14:sldId id="710"/>
            <p14:sldId id="702"/>
            <p14:sldId id="703"/>
            <p14:sldId id="704"/>
            <p14:sldId id="705"/>
            <p14:sldId id="706"/>
            <p14:sldId id="268"/>
          </p14:sldIdLst>
        </p14:section>
        <p14:section name="By SCM QC" id="{20336D45-717B-43F1-991B-A6AEE8FF7F3E}">
          <p14:sldIdLst>
            <p14:sldId id="712"/>
          </p14:sldIdLst>
        </p14:section>
        <p14:section name="Reference" id="{B9D82A9C-7351-4796-9762-8EBCEF58C9BF}">
          <p14:sldIdLst>
            <p14:sldId id="278"/>
            <p14:sldId id="708"/>
            <p14:sldId id="709"/>
            <p14:sldId id="692"/>
            <p14:sldId id="276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3402" autoAdjust="0"/>
  </p:normalViewPr>
  <p:slideViewPr>
    <p:cSldViewPr snapToGrid="0">
      <p:cViewPr varScale="1">
        <p:scale>
          <a:sx n="103" d="100"/>
          <a:sy n="103" d="100"/>
        </p:scale>
        <p:origin x="144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1B4C90-EB27-4C4B-A94B-73DBCED64959}" type="doc">
      <dgm:prSet loTypeId="urn:microsoft.com/office/officeart/2005/8/layout/hProcess9" loCatId="process" qsTypeId="urn:microsoft.com/office/officeart/2005/8/quickstyle/simple1" qsCatId="simple" csTypeId="urn:microsoft.com/office/officeart/2005/8/colors/accent0_1" csCatId="mainScheme" phldr="1"/>
      <dgm:spPr/>
    </dgm:pt>
    <dgm:pt modelId="{AEF4B1C5-AF2D-44B4-8566-E6E369A52292}">
      <dgm:prSet phldrT="[Text]" custT="1"/>
      <dgm:spPr/>
      <dgm:t>
        <a:bodyPr/>
        <a:lstStyle/>
        <a:p>
          <a:endParaRPr lang="en-US" sz="2000" dirty="0"/>
        </a:p>
      </dgm:t>
    </dgm:pt>
    <dgm:pt modelId="{8B16B249-8924-492C-A416-153CA95CC406}" type="parTrans" cxnId="{6517BC61-7CA3-45B9-8D9B-222632F6B8FA}">
      <dgm:prSet/>
      <dgm:spPr/>
      <dgm:t>
        <a:bodyPr/>
        <a:lstStyle/>
        <a:p>
          <a:endParaRPr lang="en-US" sz="1400"/>
        </a:p>
      </dgm:t>
    </dgm:pt>
    <dgm:pt modelId="{D7DDDD1E-9F74-46D6-AAFE-0FC757D0171C}" type="sibTrans" cxnId="{6517BC61-7CA3-45B9-8D9B-222632F6B8FA}">
      <dgm:prSet/>
      <dgm:spPr/>
      <dgm:t>
        <a:bodyPr/>
        <a:lstStyle/>
        <a:p>
          <a:endParaRPr lang="en-US" sz="1400"/>
        </a:p>
      </dgm:t>
    </dgm:pt>
    <dgm:pt modelId="{3C6EFA2D-AC7E-420A-9A95-377ED24EA499}">
      <dgm:prSet phldrT="[Text]" custT="1"/>
      <dgm:spPr/>
      <dgm:t>
        <a:bodyPr/>
        <a:lstStyle/>
        <a:p>
          <a:endParaRPr lang="en-US" sz="1800" dirty="0"/>
        </a:p>
      </dgm:t>
    </dgm:pt>
    <dgm:pt modelId="{7B55CABE-43B9-46B1-93C9-F738CED29704}" type="parTrans" cxnId="{7975FC80-5BA7-4BCC-8C66-A69D897C2551}">
      <dgm:prSet/>
      <dgm:spPr/>
      <dgm:t>
        <a:bodyPr/>
        <a:lstStyle/>
        <a:p>
          <a:endParaRPr lang="en-US" sz="1400"/>
        </a:p>
      </dgm:t>
    </dgm:pt>
    <dgm:pt modelId="{19940317-DEF2-4DCC-8E6C-8A891FD9B1FF}" type="sibTrans" cxnId="{7975FC80-5BA7-4BCC-8C66-A69D897C2551}">
      <dgm:prSet/>
      <dgm:spPr/>
      <dgm:t>
        <a:bodyPr/>
        <a:lstStyle/>
        <a:p>
          <a:endParaRPr lang="en-US" sz="1400"/>
        </a:p>
      </dgm:t>
    </dgm:pt>
    <dgm:pt modelId="{6F4A3547-14D3-46DC-82E8-F560477ED11B}">
      <dgm:prSet phldrT="[Text]" custT="1"/>
      <dgm:spPr/>
      <dgm:t>
        <a:bodyPr/>
        <a:lstStyle/>
        <a:p>
          <a:endParaRPr lang="en-US" sz="2000" dirty="0"/>
        </a:p>
      </dgm:t>
    </dgm:pt>
    <dgm:pt modelId="{C641CF6A-EF8F-4789-A674-988C9841FB60}" type="parTrans" cxnId="{B18F5045-674E-4264-8A3E-0DE103BB2EF2}">
      <dgm:prSet/>
      <dgm:spPr/>
      <dgm:t>
        <a:bodyPr/>
        <a:lstStyle/>
        <a:p>
          <a:endParaRPr lang="en-US" sz="1400"/>
        </a:p>
      </dgm:t>
    </dgm:pt>
    <dgm:pt modelId="{6EB9E6B4-7C13-451B-96F2-316C5FDA9D8B}" type="sibTrans" cxnId="{B18F5045-674E-4264-8A3E-0DE103BB2EF2}">
      <dgm:prSet/>
      <dgm:spPr/>
      <dgm:t>
        <a:bodyPr/>
        <a:lstStyle/>
        <a:p>
          <a:endParaRPr lang="en-US" sz="1400"/>
        </a:p>
      </dgm:t>
    </dgm:pt>
    <dgm:pt modelId="{24CD7175-6E5B-488C-96EA-91D056A7EA05}">
      <dgm:prSet custT="1"/>
      <dgm:spPr/>
      <dgm:t>
        <a:bodyPr/>
        <a:lstStyle/>
        <a:p>
          <a:endParaRPr lang="en-US" sz="2000" dirty="0"/>
        </a:p>
      </dgm:t>
    </dgm:pt>
    <dgm:pt modelId="{BED16F99-166E-4B5A-A5BC-F087CC808222}" type="parTrans" cxnId="{42938DD4-E719-4506-92B3-43F8CFFFBFB8}">
      <dgm:prSet/>
      <dgm:spPr/>
      <dgm:t>
        <a:bodyPr/>
        <a:lstStyle/>
        <a:p>
          <a:endParaRPr lang="en-MY" sz="1400"/>
        </a:p>
      </dgm:t>
    </dgm:pt>
    <dgm:pt modelId="{6A0DEF07-BFF7-4985-B7D7-AE480EF0096E}" type="sibTrans" cxnId="{42938DD4-E719-4506-92B3-43F8CFFFBFB8}">
      <dgm:prSet/>
      <dgm:spPr/>
      <dgm:t>
        <a:bodyPr/>
        <a:lstStyle/>
        <a:p>
          <a:endParaRPr lang="en-MY" sz="1400"/>
        </a:p>
      </dgm:t>
    </dgm:pt>
    <dgm:pt modelId="{D6F0AABD-4035-46F5-B038-C9F726690C5D}">
      <dgm:prSet custT="1"/>
      <dgm:spPr/>
      <dgm:t>
        <a:bodyPr/>
        <a:lstStyle/>
        <a:p>
          <a:endParaRPr lang="en-US" sz="2000" dirty="0"/>
        </a:p>
      </dgm:t>
    </dgm:pt>
    <dgm:pt modelId="{41D531A5-1C89-47A7-AEB3-123A1653FDBF}" type="parTrans" cxnId="{E5F05FB8-3702-4ACB-9248-377F09E5131E}">
      <dgm:prSet/>
      <dgm:spPr/>
      <dgm:t>
        <a:bodyPr/>
        <a:lstStyle/>
        <a:p>
          <a:endParaRPr lang="en-MY"/>
        </a:p>
      </dgm:t>
    </dgm:pt>
    <dgm:pt modelId="{225830B4-ED85-4FF3-9257-52BE51A6060D}" type="sibTrans" cxnId="{E5F05FB8-3702-4ACB-9248-377F09E5131E}">
      <dgm:prSet/>
      <dgm:spPr/>
      <dgm:t>
        <a:bodyPr/>
        <a:lstStyle/>
        <a:p>
          <a:endParaRPr lang="en-MY"/>
        </a:p>
      </dgm:t>
    </dgm:pt>
    <dgm:pt modelId="{A316D326-900D-4EF9-8E7C-465C108D027F}">
      <dgm:prSet phldrT="[Text]" custT="1"/>
      <dgm:spPr/>
      <dgm:t>
        <a:bodyPr/>
        <a:lstStyle/>
        <a:p>
          <a:endParaRPr lang="en-US" sz="2000" dirty="0"/>
        </a:p>
      </dgm:t>
    </dgm:pt>
    <dgm:pt modelId="{B7B3D7AE-E45E-44C8-A286-F0CF635CB619}" type="parTrans" cxnId="{4158F409-B44C-4FF9-BCC4-EE735A62066A}">
      <dgm:prSet/>
      <dgm:spPr/>
      <dgm:t>
        <a:bodyPr/>
        <a:lstStyle/>
        <a:p>
          <a:endParaRPr lang="en-US"/>
        </a:p>
      </dgm:t>
    </dgm:pt>
    <dgm:pt modelId="{10AF1296-EB8D-4D83-B001-7F32BA841ECC}" type="sibTrans" cxnId="{4158F409-B44C-4FF9-BCC4-EE735A62066A}">
      <dgm:prSet/>
      <dgm:spPr/>
      <dgm:t>
        <a:bodyPr/>
        <a:lstStyle/>
        <a:p>
          <a:endParaRPr lang="en-US"/>
        </a:p>
      </dgm:t>
    </dgm:pt>
    <dgm:pt modelId="{C8CD72C2-D643-45BC-8A1F-6B4E48070724}">
      <dgm:prSet phldrT="[Text]" custT="1"/>
      <dgm:spPr/>
      <dgm:t>
        <a:bodyPr/>
        <a:lstStyle/>
        <a:p>
          <a:endParaRPr lang="en-US" sz="2000" dirty="0"/>
        </a:p>
      </dgm:t>
    </dgm:pt>
    <dgm:pt modelId="{AE8C4140-D5C6-4095-93CA-5E7BA183709A}" type="parTrans" cxnId="{AA8D7076-D823-4648-A4E9-4BDF9DD332C9}">
      <dgm:prSet/>
      <dgm:spPr/>
      <dgm:t>
        <a:bodyPr/>
        <a:lstStyle/>
        <a:p>
          <a:endParaRPr lang="en-US"/>
        </a:p>
      </dgm:t>
    </dgm:pt>
    <dgm:pt modelId="{AD534341-0F55-4F73-8BD4-EA9F21F67F8B}" type="sibTrans" cxnId="{AA8D7076-D823-4648-A4E9-4BDF9DD332C9}">
      <dgm:prSet/>
      <dgm:spPr/>
      <dgm:t>
        <a:bodyPr/>
        <a:lstStyle/>
        <a:p>
          <a:endParaRPr lang="en-US"/>
        </a:p>
      </dgm:t>
    </dgm:pt>
    <dgm:pt modelId="{809C0D9C-A838-4DB6-B696-D994A107546C}" type="pres">
      <dgm:prSet presAssocID="{EF1B4C90-EB27-4C4B-A94B-73DBCED64959}" presName="CompostProcess" presStyleCnt="0">
        <dgm:presLayoutVars>
          <dgm:dir/>
          <dgm:resizeHandles val="exact"/>
        </dgm:presLayoutVars>
      </dgm:prSet>
      <dgm:spPr/>
    </dgm:pt>
    <dgm:pt modelId="{C6FABB3C-C2E9-4F02-8B70-68A1279CF68F}" type="pres">
      <dgm:prSet presAssocID="{EF1B4C90-EB27-4C4B-A94B-73DBCED64959}" presName="arrow" presStyleLbl="bgShp" presStyleIdx="0" presStyleCnt="1" custScaleX="117647"/>
      <dgm:spPr/>
    </dgm:pt>
    <dgm:pt modelId="{447FAF0C-78A8-4CB8-A036-2B548512E254}" type="pres">
      <dgm:prSet presAssocID="{EF1B4C90-EB27-4C4B-A94B-73DBCED64959}" presName="linearProcess" presStyleCnt="0"/>
      <dgm:spPr/>
    </dgm:pt>
    <dgm:pt modelId="{C514B0F7-E7AE-40FA-BFDE-7D4D7873FC48}" type="pres">
      <dgm:prSet presAssocID="{AEF4B1C5-AF2D-44B4-8566-E6E369A52292}" presName="textNode" presStyleLbl="node1" presStyleIdx="0" presStyleCnt="7">
        <dgm:presLayoutVars>
          <dgm:bulletEnabled val="1"/>
        </dgm:presLayoutVars>
      </dgm:prSet>
      <dgm:spPr/>
    </dgm:pt>
    <dgm:pt modelId="{76E1C215-3043-4DB5-9BC9-EF5113585716}" type="pres">
      <dgm:prSet presAssocID="{D7DDDD1E-9F74-46D6-AAFE-0FC757D0171C}" presName="sibTrans" presStyleCnt="0"/>
      <dgm:spPr/>
    </dgm:pt>
    <dgm:pt modelId="{F98625EF-8304-4DAC-A797-74E158D85591}" type="pres">
      <dgm:prSet presAssocID="{3C6EFA2D-AC7E-420A-9A95-377ED24EA499}" presName="textNode" presStyleLbl="node1" presStyleIdx="1" presStyleCnt="7">
        <dgm:presLayoutVars>
          <dgm:bulletEnabled val="1"/>
        </dgm:presLayoutVars>
      </dgm:prSet>
      <dgm:spPr/>
    </dgm:pt>
    <dgm:pt modelId="{A38C297B-AE88-446A-A3D9-8B085065CEBD}" type="pres">
      <dgm:prSet presAssocID="{19940317-DEF2-4DCC-8E6C-8A891FD9B1FF}" presName="sibTrans" presStyleCnt="0"/>
      <dgm:spPr/>
    </dgm:pt>
    <dgm:pt modelId="{3CA08A60-5C68-4C57-888E-869256DB3AD1}" type="pres">
      <dgm:prSet presAssocID="{A316D326-900D-4EF9-8E7C-465C108D027F}" presName="textNode" presStyleLbl="node1" presStyleIdx="2" presStyleCnt="7">
        <dgm:presLayoutVars>
          <dgm:bulletEnabled val="1"/>
        </dgm:presLayoutVars>
      </dgm:prSet>
      <dgm:spPr/>
    </dgm:pt>
    <dgm:pt modelId="{ED62C40F-CCAC-4D26-9508-666817518403}" type="pres">
      <dgm:prSet presAssocID="{10AF1296-EB8D-4D83-B001-7F32BA841ECC}" presName="sibTrans" presStyleCnt="0"/>
      <dgm:spPr/>
    </dgm:pt>
    <dgm:pt modelId="{9771EADD-80BF-4A45-AD8C-BEE9D6ABE208}" type="pres">
      <dgm:prSet presAssocID="{6F4A3547-14D3-46DC-82E8-F560477ED11B}" presName="textNode" presStyleLbl="node1" presStyleIdx="3" presStyleCnt="7">
        <dgm:presLayoutVars>
          <dgm:bulletEnabled val="1"/>
        </dgm:presLayoutVars>
      </dgm:prSet>
      <dgm:spPr/>
    </dgm:pt>
    <dgm:pt modelId="{75739928-F077-41CB-BFFA-30A2509F37C3}" type="pres">
      <dgm:prSet presAssocID="{6EB9E6B4-7C13-451B-96F2-316C5FDA9D8B}" presName="sibTrans" presStyleCnt="0"/>
      <dgm:spPr/>
    </dgm:pt>
    <dgm:pt modelId="{AB33251D-7F54-482B-A6EC-A9FC79060D7B}" type="pres">
      <dgm:prSet presAssocID="{C8CD72C2-D643-45BC-8A1F-6B4E48070724}" presName="textNode" presStyleLbl="node1" presStyleIdx="4" presStyleCnt="7">
        <dgm:presLayoutVars>
          <dgm:bulletEnabled val="1"/>
        </dgm:presLayoutVars>
      </dgm:prSet>
      <dgm:spPr/>
    </dgm:pt>
    <dgm:pt modelId="{4D0B497F-BF4F-4B4F-895C-16D4625A0178}" type="pres">
      <dgm:prSet presAssocID="{AD534341-0F55-4F73-8BD4-EA9F21F67F8B}" presName="sibTrans" presStyleCnt="0"/>
      <dgm:spPr/>
    </dgm:pt>
    <dgm:pt modelId="{5525B141-914F-475D-8106-22D829358371}" type="pres">
      <dgm:prSet presAssocID="{D6F0AABD-4035-46F5-B038-C9F726690C5D}" presName="textNode" presStyleLbl="node1" presStyleIdx="5" presStyleCnt="7">
        <dgm:presLayoutVars>
          <dgm:bulletEnabled val="1"/>
        </dgm:presLayoutVars>
      </dgm:prSet>
      <dgm:spPr/>
    </dgm:pt>
    <dgm:pt modelId="{718B0C1F-1349-49F6-8C6C-AB9889C318C8}" type="pres">
      <dgm:prSet presAssocID="{225830B4-ED85-4FF3-9257-52BE51A6060D}" presName="sibTrans" presStyleCnt="0"/>
      <dgm:spPr/>
    </dgm:pt>
    <dgm:pt modelId="{D592EDCF-BA59-4945-BD41-3F3C67A99524}" type="pres">
      <dgm:prSet presAssocID="{24CD7175-6E5B-488C-96EA-91D056A7EA05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4158F409-B44C-4FF9-BCC4-EE735A62066A}" srcId="{EF1B4C90-EB27-4C4B-A94B-73DBCED64959}" destId="{A316D326-900D-4EF9-8E7C-465C108D027F}" srcOrd="2" destOrd="0" parTransId="{B7B3D7AE-E45E-44C8-A286-F0CF635CB619}" sibTransId="{10AF1296-EB8D-4D83-B001-7F32BA841ECC}"/>
    <dgm:cxn modelId="{5E804C1C-4C60-482E-B013-8AA8167E7A49}" type="presOf" srcId="{D6F0AABD-4035-46F5-B038-C9F726690C5D}" destId="{5525B141-914F-475D-8106-22D829358371}" srcOrd="0" destOrd="0" presId="urn:microsoft.com/office/officeart/2005/8/layout/hProcess9"/>
    <dgm:cxn modelId="{17FB6B39-E283-44A3-B0C8-C468B4D4075E}" type="presOf" srcId="{AEF4B1C5-AF2D-44B4-8566-E6E369A52292}" destId="{C514B0F7-E7AE-40FA-BFDE-7D4D7873FC48}" srcOrd="0" destOrd="0" presId="urn:microsoft.com/office/officeart/2005/8/layout/hProcess9"/>
    <dgm:cxn modelId="{6517BC61-7CA3-45B9-8D9B-222632F6B8FA}" srcId="{EF1B4C90-EB27-4C4B-A94B-73DBCED64959}" destId="{AEF4B1C5-AF2D-44B4-8566-E6E369A52292}" srcOrd="0" destOrd="0" parTransId="{8B16B249-8924-492C-A416-153CA95CC406}" sibTransId="{D7DDDD1E-9F74-46D6-AAFE-0FC757D0171C}"/>
    <dgm:cxn modelId="{B18F5045-674E-4264-8A3E-0DE103BB2EF2}" srcId="{EF1B4C90-EB27-4C4B-A94B-73DBCED64959}" destId="{6F4A3547-14D3-46DC-82E8-F560477ED11B}" srcOrd="3" destOrd="0" parTransId="{C641CF6A-EF8F-4789-A674-988C9841FB60}" sibTransId="{6EB9E6B4-7C13-451B-96F2-316C5FDA9D8B}"/>
    <dgm:cxn modelId="{AA8D7076-D823-4648-A4E9-4BDF9DD332C9}" srcId="{EF1B4C90-EB27-4C4B-A94B-73DBCED64959}" destId="{C8CD72C2-D643-45BC-8A1F-6B4E48070724}" srcOrd="4" destOrd="0" parTransId="{AE8C4140-D5C6-4095-93CA-5E7BA183709A}" sibTransId="{AD534341-0F55-4F73-8BD4-EA9F21F67F8B}"/>
    <dgm:cxn modelId="{81387856-A1EB-4E35-9743-AF02F335BB50}" type="presOf" srcId="{EF1B4C90-EB27-4C4B-A94B-73DBCED64959}" destId="{809C0D9C-A838-4DB6-B696-D994A107546C}" srcOrd="0" destOrd="0" presId="urn:microsoft.com/office/officeart/2005/8/layout/hProcess9"/>
    <dgm:cxn modelId="{538D4F7D-820E-40A7-BD42-9AD8B11D7869}" type="presOf" srcId="{3C6EFA2D-AC7E-420A-9A95-377ED24EA499}" destId="{F98625EF-8304-4DAC-A797-74E158D85591}" srcOrd="0" destOrd="0" presId="urn:microsoft.com/office/officeart/2005/8/layout/hProcess9"/>
    <dgm:cxn modelId="{7975FC80-5BA7-4BCC-8C66-A69D897C2551}" srcId="{EF1B4C90-EB27-4C4B-A94B-73DBCED64959}" destId="{3C6EFA2D-AC7E-420A-9A95-377ED24EA499}" srcOrd="1" destOrd="0" parTransId="{7B55CABE-43B9-46B1-93C9-F738CED29704}" sibTransId="{19940317-DEF2-4DCC-8E6C-8A891FD9B1FF}"/>
    <dgm:cxn modelId="{A87174A0-66BE-4C4B-B2D7-895EE49BC290}" type="presOf" srcId="{24CD7175-6E5B-488C-96EA-91D056A7EA05}" destId="{D592EDCF-BA59-4945-BD41-3F3C67A99524}" srcOrd="0" destOrd="0" presId="urn:microsoft.com/office/officeart/2005/8/layout/hProcess9"/>
    <dgm:cxn modelId="{E3EADAAA-EED2-44BD-BA11-414E173F20BC}" type="presOf" srcId="{A316D326-900D-4EF9-8E7C-465C108D027F}" destId="{3CA08A60-5C68-4C57-888E-869256DB3AD1}" srcOrd="0" destOrd="0" presId="urn:microsoft.com/office/officeart/2005/8/layout/hProcess9"/>
    <dgm:cxn modelId="{E5F05FB8-3702-4ACB-9248-377F09E5131E}" srcId="{EF1B4C90-EB27-4C4B-A94B-73DBCED64959}" destId="{D6F0AABD-4035-46F5-B038-C9F726690C5D}" srcOrd="5" destOrd="0" parTransId="{41D531A5-1C89-47A7-AEB3-123A1653FDBF}" sibTransId="{225830B4-ED85-4FF3-9257-52BE51A6060D}"/>
    <dgm:cxn modelId="{42938DD4-E719-4506-92B3-43F8CFFFBFB8}" srcId="{EF1B4C90-EB27-4C4B-A94B-73DBCED64959}" destId="{24CD7175-6E5B-488C-96EA-91D056A7EA05}" srcOrd="6" destOrd="0" parTransId="{BED16F99-166E-4B5A-A5BC-F087CC808222}" sibTransId="{6A0DEF07-BFF7-4985-B7D7-AE480EF0096E}"/>
    <dgm:cxn modelId="{2DE3CBDA-B822-4E43-8F0A-D0E8E6158328}" type="presOf" srcId="{C8CD72C2-D643-45BC-8A1F-6B4E48070724}" destId="{AB33251D-7F54-482B-A6EC-A9FC79060D7B}" srcOrd="0" destOrd="0" presId="urn:microsoft.com/office/officeart/2005/8/layout/hProcess9"/>
    <dgm:cxn modelId="{9A8E0BF6-41AE-4900-8C6D-CEE100E39B4D}" type="presOf" srcId="{6F4A3547-14D3-46DC-82E8-F560477ED11B}" destId="{9771EADD-80BF-4A45-AD8C-BEE9D6ABE208}" srcOrd="0" destOrd="0" presId="urn:microsoft.com/office/officeart/2005/8/layout/hProcess9"/>
    <dgm:cxn modelId="{F06CAB63-F004-48AF-9555-2E9A8646F161}" type="presParOf" srcId="{809C0D9C-A838-4DB6-B696-D994A107546C}" destId="{C6FABB3C-C2E9-4F02-8B70-68A1279CF68F}" srcOrd="0" destOrd="0" presId="urn:microsoft.com/office/officeart/2005/8/layout/hProcess9"/>
    <dgm:cxn modelId="{1C293BA6-99C2-43A8-8BA6-5057C2C4A120}" type="presParOf" srcId="{809C0D9C-A838-4DB6-B696-D994A107546C}" destId="{447FAF0C-78A8-4CB8-A036-2B548512E254}" srcOrd="1" destOrd="0" presId="urn:microsoft.com/office/officeart/2005/8/layout/hProcess9"/>
    <dgm:cxn modelId="{49DA08F9-4113-4611-A80E-A61E647F1896}" type="presParOf" srcId="{447FAF0C-78A8-4CB8-A036-2B548512E254}" destId="{C514B0F7-E7AE-40FA-BFDE-7D4D7873FC48}" srcOrd="0" destOrd="0" presId="urn:microsoft.com/office/officeart/2005/8/layout/hProcess9"/>
    <dgm:cxn modelId="{20B601D1-F45B-4233-A093-32143ADA84AC}" type="presParOf" srcId="{447FAF0C-78A8-4CB8-A036-2B548512E254}" destId="{76E1C215-3043-4DB5-9BC9-EF5113585716}" srcOrd="1" destOrd="0" presId="urn:microsoft.com/office/officeart/2005/8/layout/hProcess9"/>
    <dgm:cxn modelId="{3596076F-AB25-43F0-A44B-85E36D8B9BC4}" type="presParOf" srcId="{447FAF0C-78A8-4CB8-A036-2B548512E254}" destId="{F98625EF-8304-4DAC-A797-74E158D85591}" srcOrd="2" destOrd="0" presId="urn:microsoft.com/office/officeart/2005/8/layout/hProcess9"/>
    <dgm:cxn modelId="{B7A40927-3978-48A7-B273-99E8C6959792}" type="presParOf" srcId="{447FAF0C-78A8-4CB8-A036-2B548512E254}" destId="{A38C297B-AE88-446A-A3D9-8B085065CEBD}" srcOrd="3" destOrd="0" presId="urn:microsoft.com/office/officeart/2005/8/layout/hProcess9"/>
    <dgm:cxn modelId="{CA5E61D0-4B52-41B4-B808-149DD3A26B94}" type="presParOf" srcId="{447FAF0C-78A8-4CB8-A036-2B548512E254}" destId="{3CA08A60-5C68-4C57-888E-869256DB3AD1}" srcOrd="4" destOrd="0" presId="urn:microsoft.com/office/officeart/2005/8/layout/hProcess9"/>
    <dgm:cxn modelId="{0390A45D-8EB5-4912-8B24-0003DB356545}" type="presParOf" srcId="{447FAF0C-78A8-4CB8-A036-2B548512E254}" destId="{ED62C40F-CCAC-4D26-9508-666817518403}" srcOrd="5" destOrd="0" presId="urn:microsoft.com/office/officeart/2005/8/layout/hProcess9"/>
    <dgm:cxn modelId="{2B900662-B141-4BA1-B4CD-5971CF75B735}" type="presParOf" srcId="{447FAF0C-78A8-4CB8-A036-2B548512E254}" destId="{9771EADD-80BF-4A45-AD8C-BEE9D6ABE208}" srcOrd="6" destOrd="0" presId="urn:microsoft.com/office/officeart/2005/8/layout/hProcess9"/>
    <dgm:cxn modelId="{843030FC-DD0A-4E8A-8619-2F2E4C406323}" type="presParOf" srcId="{447FAF0C-78A8-4CB8-A036-2B548512E254}" destId="{75739928-F077-41CB-BFFA-30A2509F37C3}" srcOrd="7" destOrd="0" presId="urn:microsoft.com/office/officeart/2005/8/layout/hProcess9"/>
    <dgm:cxn modelId="{52B19405-5EFA-4911-880C-A758516761A1}" type="presParOf" srcId="{447FAF0C-78A8-4CB8-A036-2B548512E254}" destId="{AB33251D-7F54-482B-A6EC-A9FC79060D7B}" srcOrd="8" destOrd="0" presId="urn:microsoft.com/office/officeart/2005/8/layout/hProcess9"/>
    <dgm:cxn modelId="{09CC244E-035E-4109-9D18-1824B40AD212}" type="presParOf" srcId="{447FAF0C-78A8-4CB8-A036-2B548512E254}" destId="{4D0B497F-BF4F-4B4F-895C-16D4625A0178}" srcOrd="9" destOrd="0" presId="urn:microsoft.com/office/officeart/2005/8/layout/hProcess9"/>
    <dgm:cxn modelId="{225CBFB5-F51E-4666-89FE-83E5B8159B03}" type="presParOf" srcId="{447FAF0C-78A8-4CB8-A036-2B548512E254}" destId="{5525B141-914F-475D-8106-22D829358371}" srcOrd="10" destOrd="0" presId="urn:microsoft.com/office/officeart/2005/8/layout/hProcess9"/>
    <dgm:cxn modelId="{6152D72A-7792-4949-B4F0-5E9F9BBCC59E}" type="presParOf" srcId="{447FAF0C-78A8-4CB8-A036-2B548512E254}" destId="{718B0C1F-1349-49F6-8C6C-AB9889C318C8}" srcOrd="11" destOrd="0" presId="urn:microsoft.com/office/officeart/2005/8/layout/hProcess9"/>
    <dgm:cxn modelId="{C41771BA-38FE-4163-AE59-60C7CD8BE88B}" type="presParOf" srcId="{447FAF0C-78A8-4CB8-A036-2B548512E254}" destId="{D592EDCF-BA59-4945-BD41-3F3C67A99524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474AFD-4E2B-40B3-AC8A-80EB1544836F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D0ED5FE-7E95-4250-8677-9EC1950AE8A1}">
      <dgm:prSet phldrT="[Text]" custT="1"/>
      <dgm:spPr/>
      <dgm:t>
        <a:bodyPr/>
        <a:lstStyle/>
        <a:p>
          <a:r>
            <a:rPr lang="en-US" sz="1100" dirty="0"/>
            <a:t>Machine stopped working</a:t>
          </a:r>
        </a:p>
      </dgm:t>
    </dgm:pt>
    <dgm:pt modelId="{6CF3C4E9-FDC6-4F46-B5E3-8EA57AA9FAAE}" type="parTrans" cxnId="{306E1505-25CC-4621-9CEB-8E9A836B6A96}">
      <dgm:prSet/>
      <dgm:spPr/>
      <dgm:t>
        <a:bodyPr/>
        <a:lstStyle/>
        <a:p>
          <a:endParaRPr lang="en-US" sz="1100"/>
        </a:p>
      </dgm:t>
    </dgm:pt>
    <dgm:pt modelId="{3FD7FD21-4532-4C79-8465-1FA3FBCB81ED}" type="sibTrans" cxnId="{306E1505-25CC-4621-9CEB-8E9A836B6A96}">
      <dgm:prSet/>
      <dgm:spPr/>
      <dgm:t>
        <a:bodyPr/>
        <a:lstStyle/>
        <a:p>
          <a:endParaRPr lang="en-US" sz="1100"/>
        </a:p>
      </dgm:t>
    </dgm:pt>
    <dgm:pt modelId="{76B35F3C-3E89-45D3-A712-7871D0C48619}">
      <dgm:prSet phldrT="[Text]" custT="1"/>
      <dgm:spPr/>
      <dgm:t>
        <a:bodyPr/>
        <a:lstStyle/>
        <a:p>
          <a:r>
            <a:rPr lang="en-US" sz="1100" dirty="0"/>
            <a:t>It overheated.</a:t>
          </a:r>
        </a:p>
      </dgm:t>
    </dgm:pt>
    <dgm:pt modelId="{BDA7F1B3-82F8-4C6E-8BCB-9B9A721AE341}" type="parTrans" cxnId="{00B15D09-6AAC-4755-85BC-4E5F09F087AE}">
      <dgm:prSet/>
      <dgm:spPr/>
      <dgm:t>
        <a:bodyPr/>
        <a:lstStyle/>
        <a:p>
          <a:endParaRPr lang="en-US" sz="1100"/>
        </a:p>
      </dgm:t>
    </dgm:pt>
    <dgm:pt modelId="{0B5BAB1D-771E-4306-A56D-A92A21A28F23}" type="sibTrans" cxnId="{00B15D09-6AAC-4755-85BC-4E5F09F087AE}">
      <dgm:prSet/>
      <dgm:spPr/>
      <dgm:t>
        <a:bodyPr/>
        <a:lstStyle/>
        <a:p>
          <a:endParaRPr lang="en-US" sz="1100"/>
        </a:p>
      </dgm:t>
    </dgm:pt>
    <dgm:pt modelId="{CE3E7B9E-69DC-45F4-99D3-64D270354D95}">
      <dgm:prSet phldrT="[Text]" custT="1"/>
      <dgm:spPr/>
      <dgm:t>
        <a:bodyPr/>
        <a:lstStyle/>
        <a:p>
          <a:r>
            <a:rPr lang="en-US" sz="1100" dirty="0"/>
            <a:t>Operator noticed an usual noise &amp; stopped the machine</a:t>
          </a:r>
        </a:p>
      </dgm:t>
    </dgm:pt>
    <dgm:pt modelId="{8FC7B17B-6EED-4FAD-BF3A-28F57BB657A8}" type="parTrans" cxnId="{1D1B3758-214B-440C-96A8-8245C6614BF5}">
      <dgm:prSet/>
      <dgm:spPr/>
      <dgm:t>
        <a:bodyPr/>
        <a:lstStyle/>
        <a:p>
          <a:endParaRPr lang="en-US" sz="1100"/>
        </a:p>
      </dgm:t>
    </dgm:pt>
    <dgm:pt modelId="{64927759-DCCA-4EEE-932C-27A59663BDC0}" type="sibTrans" cxnId="{1D1B3758-214B-440C-96A8-8245C6614BF5}">
      <dgm:prSet/>
      <dgm:spPr/>
      <dgm:t>
        <a:bodyPr/>
        <a:lstStyle/>
        <a:p>
          <a:endParaRPr lang="en-US" sz="1100"/>
        </a:p>
      </dgm:t>
    </dgm:pt>
    <dgm:pt modelId="{65C30178-CD72-48CB-B6CA-76333EA0C2F7}">
      <dgm:prSet phldrT="[Text]" custT="1"/>
      <dgm:spPr/>
      <dgm:t>
        <a:bodyPr/>
        <a:lstStyle/>
        <a:p>
          <a:r>
            <a:rPr lang="en-US" sz="1100" dirty="0"/>
            <a:t>The cooling system failed</a:t>
          </a:r>
        </a:p>
      </dgm:t>
    </dgm:pt>
    <dgm:pt modelId="{624D0C9F-2717-4EE5-A196-C8209F059883}" type="parTrans" cxnId="{F076D2AF-22F4-4E64-B4D8-51389935316C}">
      <dgm:prSet/>
      <dgm:spPr/>
      <dgm:t>
        <a:bodyPr/>
        <a:lstStyle/>
        <a:p>
          <a:endParaRPr lang="en-US"/>
        </a:p>
      </dgm:t>
    </dgm:pt>
    <dgm:pt modelId="{97C35BA1-11CA-4B77-8D19-9852F82375CF}" type="sibTrans" cxnId="{F076D2AF-22F4-4E64-B4D8-51389935316C}">
      <dgm:prSet/>
      <dgm:spPr/>
      <dgm:t>
        <a:bodyPr/>
        <a:lstStyle/>
        <a:p>
          <a:endParaRPr lang="en-US"/>
        </a:p>
      </dgm:t>
    </dgm:pt>
    <dgm:pt modelId="{F51B3FC2-E17B-4575-B73C-20FE1C4CBF55}">
      <dgm:prSet phldrT="[Text]" custT="1"/>
      <dgm:spPr/>
      <dgm:t>
        <a:bodyPr/>
        <a:lstStyle/>
        <a:p>
          <a:r>
            <a:rPr lang="en-US" sz="1100" dirty="0"/>
            <a:t>The coolant pump was not working</a:t>
          </a:r>
        </a:p>
      </dgm:t>
    </dgm:pt>
    <dgm:pt modelId="{545CB35A-7066-45D2-9BFD-08CBA9F45D72}" type="parTrans" cxnId="{7E4665ED-F78E-46C2-8FAF-CB86945B190E}">
      <dgm:prSet/>
      <dgm:spPr/>
      <dgm:t>
        <a:bodyPr/>
        <a:lstStyle/>
        <a:p>
          <a:endParaRPr lang="en-US"/>
        </a:p>
      </dgm:t>
    </dgm:pt>
    <dgm:pt modelId="{993223AB-3F70-433D-9A66-6C150E6EF558}" type="sibTrans" cxnId="{7E4665ED-F78E-46C2-8FAF-CB86945B190E}">
      <dgm:prSet/>
      <dgm:spPr/>
      <dgm:t>
        <a:bodyPr/>
        <a:lstStyle/>
        <a:p>
          <a:endParaRPr lang="en-US"/>
        </a:p>
      </dgm:t>
    </dgm:pt>
    <dgm:pt modelId="{9DEF8EB1-13C9-4C86-B698-72C2EE1BCA62}">
      <dgm:prSet phldrT="[Text]" custT="1"/>
      <dgm:spPr>
        <a:solidFill>
          <a:srgbClr val="FFFF00"/>
        </a:solidFill>
        <a:ln>
          <a:solidFill>
            <a:srgbClr val="FF0000"/>
          </a:solidFill>
        </a:ln>
      </dgm:spPr>
      <dgm:t>
        <a:bodyPr/>
        <a:lstStyle/>
        <a:p>
          <a:r>
            <a:rPr lang="en-US" sz="1100" dirty="0"/>
            <a:t>Component was loose</a:t>
          </a:r>
        </a:p>
      </dgm:t>
    </dgm:pt>
    <dgm:pt modelId="{1D74282D-C431-49CE-9E58-F52AA43AC0CA}" type="parTrans" cxnId="{15A678C9-FA0C-471C-820E-08B53840F26B}">
      <dgm:prSet/>
      <dgm:spPr/>
      <dgm:t>
        <a:bodyPr/>
        <a:lstStyle/>
        <a:p>
          <a:endParaRPr lang="en-US"/>
        </a:p>
      </dgm:t>
    </dgm:pt>
    <dgm:pt modelId="{8ABE1486-7E91-4D9A-8C68-B8A59C4396A6}" type="sibTrans" cxnId="{15A678C9-FA0C-471C-820E-08B53840F26B}">
      <dgm:prSet/>
      <dgm:spPr/>
      <dgm:t>
        <a:bodyPr/>
        <a:lstStyle/>
        <a:p>
          <a:endParaRPr lang="en-US"/>
        </a:p>
      </dgm:t>
    </dgm:pt>
    <dgm:pt modelId="{9014CD6E-784A-49A0-853E-F3D8B41BE017}">
      <dgm:prSet phldrT="[Text]" custT="1"/>
      <dgm:spPr/>
      <dgm:t>
        <a:bodyPr/>
        <a:lstStyle/>
        <a:p>
          <a:r>
            <a:rPr lang="en-US" sz="1100" dirty="0"/>
            <a:t>It was no properly secured during last maintenance</a:t>
          </a:r>
        </a:p>
      </dgm:t>
    </dgm:pt>
    <dgm:pt modelId="{D1A3CB1C-7861-43CF-BC31-08BE0B9E54DC}" type="parTrans" cxnId="{BEFCC7D1-E8C7-444B-A773-7587D59D8357}">
      <dgm:prSet/>
      <dgm:spPr/>
      <dgm:t>
        <a:bodyPr/>
        <a:lstStyle/>
        <a:p>
          <a:endParaRPr lang="en-US"/>
        </a:p>
      </dgm:t>
    </dgm:pt>
    <dgm:pt modelId="{3FA21C13-E92E-4660-849A-3AE99F8543E8}" type="sibTrans" cxnId="{BEFCC7D1-E8C7-444B-A773-7587D59D8357}">
      <dgm:prSet/>
      <dgm:spPr/>
      <dgm:t>
        <a:bodyPr/>
        <a:lstStyle/>
        <a:p>
          <a:endParaRPr lang="en-US"/>
        </a:p>
      </dgm:t>
    </dgm:pt>
    <dgm:pt modelId="{3E390511-0AF3-499F-A305-DDFB8B8CE5EC}">
      <dgm:prSet phldrT="[Text]" custT="1"/>
      <dgm:spPr/>
      <dgm:t>
        <a:bodyPr/>
        <a:lstStyle/>
        <a:p>
          <a:r>
            <a:rPr lang="en-US" sz="1100" dirty="0"/>
            <a:t>It was no receiving power</a:t>
          </a:r>
        </a:p>
      </dgm:t>
    </dgm:pt>
    <dgm:pt modelId="{435CE7CF-BE59-4505-A0E7-0EBC8BBA1214}" type="parTrans" cxnId="{B24BCD7B-F4AE-4C71-879E-06157F709A87}">
      <dgm:prSet/>
      <dgm:spPr/>
      <dgm:t>
        <a:bodyPr/>
        <a:lstStyle/>
        <a:p>
          <a:endParaRPr lang="en-US"/>
        </a:p>
      </dgm:t>
    </dgm:pt>
    <dgm:pt modelId="{C021F919-2F6E-4E76-9E8D-0848A425304A}" type="sibTrans" cxnId="{B24BCD7B-F4AE-4C71-879E-06157F709A87}">
      <dgm:prSet/>
      <dgm:spPr/>
      <dgm:t>
        <a:bodyPr/>
        <a:lstStyle/>
        <a:p>
          <a:endParaRPr lang="en-US"/>
        </a:p>
      </dgm:t>
    </dgm:pt>
    <dgm:pt modelId="{9ADBC6C6-676A-46BF-B8CD-3C5C5A77CC7F}">
      <dgm:prSet phldrT="[Text]" custT="1"/>
      <dgm:spPr>
        <a:solidFill>
          <a:srgbClr val="FFFF00"/>
        </a:solidFill>
        <a:ln>
          <a:solidFill>
            <a:srgbClr val="FF0000"/>
          </a:solidFill>
        </a:ln>
      </dgm:spPr>
      <dgm:t>
        <a:bodyPr/>
        <a:lstStyle/>
        <a:p>
          <a:r>
            <a:rPr lang="en-US" sz="1100" dirty="0"/>
            <a:t>The fuse blew due to an electrical surge</a:t>
          </a:r>
        </a:p>
      </dgm:t>
    </dgm:pt>
    <dgm:pt modelId="{774119AE-DDB3-4D52-96FA-AB6F1614C17D}" type="sibTrans" cxnId="{C5EF6415-CE90-4912-A206-830AE9D06A6F}">
      <dgm:prSet/>
      <dgm:spPr/>
      <dgm:t>
        <a:bodyPr/>
        <a:lstStyle/>
        <a:p>
          <a:endParaRPr lang="en-US"/>
        </a:p>
      </dgm:t>
    </dgm:pt>
    <dgm:pt modelId="{BEFB9490-FA8F-40F6-AC1F-7E452E0E349F}" type="parTrans" cxnId="{C5EF6415-CE90-4912-A206-830AE9D06A6F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1EC2E4FA-2524-4594-8EC6-561E0C2D3199}">
      <dgm:prSet phldrT="[Text]" custT="1"/>
      <dgm:spPr/>
      <dgm:t>
        <a:bodyPr/>
        <a:lstStyle/>
        <a:p>
          <a:r>
            <a:rPr lang="en-US" sz="1100" dirty="0"/>
            <a:t>Maintenance procedure was not followed correctly</a:t>
          </a:r>
        </a:p>
      </dgm:t>
    </dgm:pt>
    <dgm:pt modelId="{70BEC2B9-569F-45F4-8E9F-C8ECD513AAC6}" type="parTrans" cxnId="{5028FB5C-7C3D-47D6-AD54-3F06019DEF10}">
      <dgm:prSet/>
      <dgm:spPr/>
      <dgm:t>
        <a:bodyPr/>
        <a:lstStyle/>
        <a:p>
          <a:endParaRPr lang="en-US"/>
        </a:p>
      </dgm:t>
    </dgm:pt>
    <dgm:pt modelId="{58F01D2A-CE0D-4F10-87EB-0B64BC7CA279}" type="sibTrans" cxnId="{5028FB5C-7C3D-47D6-AD54-3F06019DEF10}">
      <dgm:prSet/>
      <dgm:spPr/>
      <dgm:t>
        <a:bodyPr/>
        <a:lstStyle/>
        <a:p>
          <a:endParaRPr lang="en-US"/>
        </a:p>
      </dgm:t>
    </dgm:pt>
    <dgm:pt modelId="{C9363B18-4366-48E2-B397-FE1ADC8BE226}">
      <dgm:prSet phldrT="[Text]" custT="1"/>
      <dgm:spPr>
        <a:solidFill>
          <a:srgbClr val="FFFF00"/>
        </a:solidFill>
        <a:ln>
          <a:solidFill>
            <a:srgbClr val="FF0000"/>
          </a:solidFill>
        </a:ln>
      </dgm:spPr>
      <dgm:t>
        <a:bodyPr/>
        <a:lstStyle/>
        <a:p>
          <a:r>
            <a:rPr lang="en-US" sz="1100" dirty="0"/>
            <a:t>Technician was not adequately trained</a:t>
          </a:r>
        </a:p>
      </dgm:t>
    </dgm:pt>
    <dgm:pt modelId="{0AA35528-9044-4EFA-BCD4-CBCFF3EB3A76}" type="parTrans" cxnId="{A00436D5-C63C-45AC-9DA9-6E666F47B6A2}">
      <dgm:prSet/>
      <dgm:spPr/>
      <dgm:t>
        <a:bodyPr/>
        <a:lstStyle/>
        <a:p>
          <a:endParaRPr lang="en-US"/>
        </a:p>
      </dgm:t>
    </dgm:pt>
    <dgm:pt modelId="{60F0F620-DCBC-4945-B501-1DE684C151F3}" type="sibTrans" cxnId="{A00436D5-C63C-45AC-9DA9-6E666F47B6A2}">
      <dgm:prSet/>
      <dgm:spPr/>
      <dgm:t>
        <a:bodyPr/>
        <a:lstStyle/>
        <a:p>
          <a:endParaRPr lang="en-US"/>
        </a:p>
      </dgm:t>
    </dgm:pt>
    <dgm:pt modelId="{CDBC6E98-F188-496C-A848-1E799ED79DE2}" type="pres">
      <dgm:prSet presAssocID="{41474AFD-4E2B-40B3-AC8A-80EB1544836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1C736E0-4A3F-49DB-832F-82D6E742DA3A}" type="pres">
      <dgm:prSet presAssocID="{5D0ED5FE-7E95-4250-8677-9EC1950AE8A1}" presName="hierRoot1" presStyleCnt="0">
        <dgm:presLayoutVars>
          <dgm:hierBranch val="init"/>
        </dgm:presLayoutVars>
      </dgm:prSet>
      <dgm:spPr/>
    </dgm:pt>
    <dgm:pt modelId="{E1849E25-D6DE-4DE7-A150-A38A20E273DA}" type="pres">
      <dgm:prSet presAssocID="{5D0ED5FE-7E95-4250-8677-9EC1950AE8A1}" presName="rootComposite1" presStyleCnt="0"/>
      <dgm:spPr/>
    </dgm:pt>
    <dgm:pt modelId="{9EFBAD96-9A2F-49A5-9E11-7BBBF856557D}" type="pres">
      <dgm:prSet presAssocID="{5D0ED5FE-7E95-4250-8677-9EC1950AE8A1}" presName="rootText1" presStyleLbl="node0" presStyleIdx="0" presStyleCnt="1" custLinFactX="8473" custLinFactNeighborX="100000" custLinFactNeighborY="1075">
        <dgm:presLayoutVars>
          <dgm:chPref val="3"/>
        </dgm:presLayoutVars>
      </dgm:prSet>
      <dgm:spPr/>
    </dgm:pt>
    <dgm:pt modelId="{750F3F54-A2AD-4A77-A848-89A056AA32A0}" type="pres">
      <dgm:prSet presAssocID="{5D0ED5FE-7E95-4250-8677-9EC1950AE8A1}" presName="rootConnector1" presStyleLbl="node1" presStyleIdx="0" presStyleCnt="0"/>
      <dgm:spPr/>
    </dgm:pt>
    <dgm:pt modelId="{14CD3D2B-3AB4-4646-BB21-7F567F6A9A3B}" type="pres">
      <dgm:prSet presAssocID="{5D0ED5FE-7E95-4250-8677-9EC1950AE8A1}" presName="hierChild2" presStyleCnt="0"/>
      <dgm:spPr/>
    </dgm:pt>
    <dgm:pt modelId="{5A256C76-518B-45F9-9EA0-3F02778912FA}" type="pres">
      <dgm:prSet presAssocID="{BDA7F1B3-82F8-4C6E-8BCB-9B9A721AE341}" presName="Name37" presStyleLbl="parChTrans1D2" presStyleIdx="0" presStyleCnt="2"/>
      <dgm:spPr/>
    </dgm:pt>
    <dgm:pt modelId="{A24ACEA3-1518-4E3D-87B2-D469EA54E923}" type="pres">
      <dgm:prSet presAssocID="{76B35F3C-3E89-45D3-A712-7871D0C48619}" presName="hierRoot2" presStyleCnt="0">
        <dgm:presLayoutVars>
          <dgm:hierBranch/>
        </dgm:presLayoutVars>
      </dgm:prSet>
      <dgm:spPr/>
    </dgm:pt>
    <dgm:pt modelId="{1F4D5B67-D36D-480A-895F-3F3DC5DEB85C}" type="pres">
      <dgm:prSet presAssocID="{76B35F3C-3E89-45D3-A712-7871D0C48619}" presName="rootComposite" presStyleCnt="0"/>
      <dgm:spPr/>
    </dgm:pt>
    <dgm:pt modelId="{8FE6C161-384A-49C2-8E05-D34E4A719C3D}" type="pres">
      <dgm:prSet presAssocID="{76B35F3C-3E89-45D3-A712-7871D0C48619}" presName="rootText" presStyleLbl="node2" presStyleIdx="0" presStyleCnt="2">
        <dgm:presLayoutVars>
          <dgm:chPref val="3"/>
        </dgm:presLayoutVars>
      </dgm:prSet>
      <dgm:spPr/>
    </dgm:pt>
    <dgm:pt modelId="{26AC3CC7-DD1F-4343-8043-9D2EF37EEB56}" type="pres">
      <dgm:prSet presAssocID="{76B35F3C-3E89-45D3-A712-7871D0C48619}" presName="rootConnector" presStyleLbl="node2" presStyleIdx="0" presStyleCnt="2"/>
      <dgm:spPr/>
    </dgm:pt>
    <dgm:pt modelId="{9BA0AA6E-A406-4E22-BAFC-6D960E1A509D}" type="pres">
      <dgm:prSet presAssocID="{76B35F3C-3E89-45D3-A712-7871D0C48619}" presName="hierChild4" presStyleCnt="0"/>
      <dgm:spPr/>
    </dgm:pt>
    <dgm:pt modelId="{93292C31-F646-498B-A8F5-5E2E6F492F55}" type="pres">
      <dgm:prSet presAssocID="{624D0C9F-2717-4EE5-A196-C8209F059883}" presName="Name35" presStyleLbl="parChTrans1D3" presStyleIdx="0" presStyleCnt="2"/>
      <dgm:spPr/>
    </dgm:pt>
    <dgm:pt modelId="{30436768-49BD-41DF-A76C-6BD737ECBECA}" type="pres">
      <dgm:prSet presAssocID="{65C30178-CD72-48CB-B6CA-76333EA0C2F7}" presName="hierRoot2" presStyleCnt="0">
        <dgm:presLayoutVars>
          <dgm:hierBranch/>
        </dgm:presLayoutVars>
      </dgm:prSet>
      <dgm:spPr/>
    </dgm:pt>
    <dgm:pt modelId="{1CFA4F79-3578-423C-9C32-D91F6B508678}" type="pres">
      <dgm:prSet presAssocID="{65C30178-CD72-48CB-B6CA-76333EA0C2F7}" presName="rootComposite" presStyleCnt="0"/>
      <dgm:spPr/>
    </dgm:pt>
    <dgm:pt modelId="{E15F2E3C-3E72-4BC2-BA53-716CDAFD0D01}" type="pres">
      <dgm:prSet presAssocID="{65C30178-CD72-48CB-B6CA-76333EA0C2F7}" presName="rootText" presStyleLbl="node3" presStyleIdx="0" presStyleCnt="2">
        <dgm:presLayoutVars>
          <dgm:chPref val="3"/>
        </dgm:presLayoutVars>
      </dgm:prSet>
      <dgm:spPr/>
    </dgm:pt>
    <dgm:pt modelId="{B73AC966-C090-4090-9F26-24932961D828}" type="pres">
      <dgm:prSet presAssocID="{65C30178-CD72-48CB-B6CA-76333EA0C2F7}" presName="rootConnector" presStyleLbl="node3" presStyleIdx="0" presStyleCnt="2"/>
      <dgm:spPr/>
    </dgm:pt>
    <dgm:pt modelId="{183FBA86-E0B5-4CDD-9BFA-4832D5E00AAA}" type="pres">
      <dgm:prSet presAssocID="{65C30178-CD72-48CB-B6CA-76333EA0C2F7}" presName="hierChild4" presStyleCnt="0"/>
      <dgm:spPr/>
    </dgm:pt>
    <dgm:pt modelId="{B7AC44D2-1590-4FFB-A25C-04E1BEA039E1}" type="pres">
      <dgm:prSet presAssocID="{545CB35A-7066-45D2-9BFD-08CBA9F45D72}" presName="Name35" presStyleLbl="parChTrans1D4" presStyleIdx="0" presStyleCnt="6"/>
      <dgm:spPr/>
    </dgm:pt>
    <dgm:pt modelId="{CABA8776-4A54-46B2-96A2-D6D4B82B4150}" type="pres">
      <dgm:prSet presAssocID="{F51B3FC2-E17B-4575-B73C-20FE1C4CBF55}" presName="hierRoot2" presStyleCnt="0">
        <dgm:presLayoutVars>
          <dgm:hierBranch/>
        </dgm:presLayoutVars>
      </dgm:prSet>
      <dgm:spPr/>
    </dgm:pt>
    <dgm:pt modelId="{9BE0C8B5-0AB6-4174-8916-7909E4A1C2AD}" type="pres">
      <dgm:prSet presAssocID="{F51B3FC2-E17B-4575-B73C-20FE1C4CBF55}" presName="rootComposite" presStyleCnt="0"/>
      <dgm:spPr/>
    </dgm:pt>
    <dgm:pt modelId="{A1D011E8-F0EE-4668-8F0B-5D8D5A2498A1}" type="pres">
      <dgm:prSet presAssocID="{F51B3FC2-E17B-4575-B73C-20FE1C4CBF55}" presName="rootText" presStyleLbl="node4" presStyleIdx="0" presStyleCnt="6">
        <dgm:presLayoutVars>
          <dgm:chPref val="3"/>
        </dgm:presLayoutVars>
      </dgm:prSet>
      <dgm:spPr/>
    </dgm:pt>
    <dgm:pt modelId="{CB4B23C8-4211-4E0E-A2B3-9377CFE5193C}" type="pres">
      <dgm:prSet presAssocID="{F51B3FC2-E17B-4575-B73C-20FE1C4CBF55}" presName="rootConnector" presStyleLbl="node4" presStyleIdx="0" presStyleCnt="6"/>
      <dgm:spPr/>
    </dgm:pt>
    <dgm:pt modelId="{C8B886B0-4DF9-4B02-913E-8703EE35AD89}" type="pres">
      <dgm:prSet presAssocID="{F51B3FC2-E17B-4575-B73C-20FE1C4CBF55}" presName="hierChild4" presStyleCnt="0"/>
      <dgm:spPr/>
    </dgm:pt>
    <dgm:pt modelId="{D8339B72-A651-46BC-BD3B-A2BF0C716824}" type="pres">
      <dgm:prSet presAssocID="{435CE7CF-BE59-4505-A0E7-0EBC8BBA1214}" presName="Name35" presStyleLbl="parChTrans1D4" presStyleIdx="1" presStyleCnt="6"/>
      <dgm:spPr/>
    </dgm:pt>
    <dgm:pt modelId="{66939DB6-7200-4F12-9B55-6478AA6FDD39}" type="pres">
      <dgm:prSet presAssocID="{3E390511-0AF3-499F-A305-DDFB8B8CE5EC}" presName="hierRoot2" presStyleCnt="0">
        <dgm:presLayoutVars>
          <dgm:hierBranch val="init"/>
        </dgm:presLayoutVars>
      </dgm:prSet>
      <dgm:spPr/>
    </dgm:pt>
    <dgm:pt modelId="{FF3B3EDD-EF01-4352-8F78-781318BA5F29}" type="pres">
      <dgm:prSet presAssocID="{3E390511-0AF3-499F-A305-DDFB8B8CE5EC}" presName="rootComposite" presStyleCnt="0"/>
      <dgm:spPr/>
    </dgm:pt>
    <dgm:pt modelId="{04E59E5A-2EB9-4330-BB8D-E964E321D56D}" type="pres">
      <dgm:prSet presAssocID="{3E390511-0AF3-499F-A305-DDFB8B8CE5EC}" presName="rootText" presStyleLbl="node4" presStyleIdx="1" presStyleCnt="6" custScaleY="108541">
        <dgm:presLayoutVars>
          <dgm:chPref val="3"/>
        </dgm:presLayoutVars>
      </dgm:prSet>
      <dgm:spPr/>
    </dgm:pt>
    <dgm:pt modelId="{B7D56EC7-3EB2-4083-A470-2D68B138E00D}" type="pres">
      <dgm:prSet presAssocID="{3E390511-0AF3-499F-A305-DDFB8B8CE5EC}" presName="rootConnector" presStyleLbl="node4" presStyleIdx="1" presStyleCnt="6"/>
      <dgm:spPr/>
    </dgm:pt>
    <dgm:pt modelId="{BFC845C6-20EB-465A-B5C8-C398CA8E2593}" type="pres">
      <dgm:prSet presAssocID="{3E390511-0AF3-499F-A305-DDFB8B8CE5EC}" presName="hierChild4" presStyleCnt="0"/>
      <dgm:spPr/>
    </dgm:pt>
    <dgm:pt modelId="{18D1E570-9DA3-42DB-9E6D-1E20D68FA7B2}" type="pres">
      <dgm:prSet presAssocID="{BEFB9490-FA8F-40F6-AC1F-7E452E0E349F}" presName="Name37" presStyleLbl="parChTrans1D4" presStyleIdx="2" presStyleCnt="6"/>
      <dgm:spPr/>
    </dgm:pt>
    <dgm:pt modelId="{E8732516-E8C2-4893-A739-FFA116FF132A}" type="pres">
      <dgm:prSet presAssocID="{9ADBC6C6-676A-46BF-B8CD-3C5C5A77CC7F}" presName="hierRoot2" presStyleCnt="0">
        <dgm:presLayoutVars>
          <dgm:hierBranch val="r"/>
        </dgm:presLayoutVars>
      </dgm:prSet>
      <dgm:spPr/>
    </dgm:pt>
    <dgm:pt modelId="{55CC0D42-7118-4CD7-B617-BA329C676038}" type="pres">
      <dgm:prSet presAssocID="{9ADBC6C6-676A-46BF-B8CD-3C5C5A77CC7F}" presName="rootComposite" presStyleCnt="0"/>
      <dgm:spPr/>
    </dgm:pt>
    <dgm:pt modelId="{476D2A70-1347-4FE0-A8E8-DAE7339946E5}" type="pres">
      <dgm:prSet presAssocID="{9ADBC6C6-676A-46BF-B8CD-3C5C5A77CC7F}" presName="rootText" presStyleLbl="node4" presStyleIdx="2" presStyleCnt="6" custLinFactNeighborX="-23054" custLinFactNeighborY="1192">
        <dgm:presLayoutVars>
          <dgm:chPref val="3"/>
        </dgm:presLayoutVars>
      </dgm:prSet>
      <dgm:spPr/>
    </dgm:pt>
    <dgm:pt modelId="{302C073B-AFD5-49DE-9252-B61A4018DC55}" type="pres">
      <dgm:prSet presAssocID="{9ADBC6C6-676A-46BF-B8CD-3C5C5A77CC7F}" presName="rootConnector" presStyleLbl="node4" presStyleIdx="2" presStyleCnt="6"/>
      <dgm:spPr/>
    </dgm:pt>
    <dgm:pt modelId="{70AC186F-9DED-4411-858A-05A7A6D5C81F}" type="pres">
      <dgm:prSet presAssocID="{9ADBC6C6-676A-46BF-B8CD-3C5C5A77CC7F}" presName="hierChild4" presStyleCnt="0"/>
      <dgm:spPr/>
    </dgm:pt>
    <dgm:pt modelId="{667B9034-A9E7-4F83-A1C6-327DE5A8DEE4}" type="pres">
      <dgm:prSet presAssocID="{9ADBC6C6-676A-46BF-B8CD-3C5C5A77CC7F}" presName="hierChild5" presStyleCnt="0"/>
      <dgm:spPr/>
    </dgm:pt>
    <dgm:pt modelId="{C6F078DF-7D79-49AF-871E-6963CA594920}" type="pres">
      <dgm:prSet presAssocID="{3E390511-0AF3-499F-A305-DDFB8B8CE5EC}" presName="hierChild5" presStyleCnt="0"/>
      <dgm:spPr/>
    </dgm:pt>
    <dgm:pt modelId="{1537FD68-1A6D-498D-8D70-8A286D003EDE}" type="pres">
      <dgm:prSet presAssocID="{F51B3FC2-E17B-4575-B73C-20FE1C4CBF55}" presName="hierChild5" presStyleCnt="0"/>
      <dgm:spPr/>
    </dgm:pt>
    <dgm:pt modelId="{87DBC293-2302-4893-ACA0-7902E9091D82}" type="pres">
      <dgm:prSet presAssocID="{65C30178-CD72-48CB-B6CA-76333EA0C2F7}" presName="hierChild5" presStyleCnt="0"/>
      <dgm:spPr/>
    </dgm:pt>
    <dgm:pt modelId="{84C75A84-198A-4B2D-B012-04DDE43BE8B5}" type="pres">
      <dgm:prSet presAssocID="{76B35F3C-3E89-45D3-A712-7871D0C48619}" presName="hierChild5" presStyleCnt="0"/>
      <dgm:spPr/>
    </dgm:pt>
    <dgm:pt modelId="{5285C9F0-788F-4FE4-8F8A-07BFE651A144}" type="pres">
      <dgm:prSet presAssocID="{8FC7B17B-6EED-4FAD-BF3A-28F57BB657A8}" presName="Name37" presStyleLbl="parChTrans1D2" presStyleIdx="1" presStyleCnt="2"/>
      <dgm:spPr/>
    </dgm:pt>
    <dgm:pt modelId="{7B70F40A-91CE-402B-8B0F-CC8F34ED03E4}" type="pres">
      <dgm:prSet presAssocID="{CE3E7B9E-69DC-45F4-99D3-64D270354D95}" presName="hierRoot2" presStyleCnt="0">
        <dgm:presLayoutVars>
          <dgm:hierBranch/>
        </dgm:presLayoutVars>
      </dgm:prSet>
      <dgm:spPr/>
    </dgm:pt>
    <dgm:pt modelId="{11E0DD70-AB0F-4812-BBCA-5974C097AD0A}" type="pres">
      <dgm:prSet presAssocID="{CE3E7B9E-69DC-45F4-99D3-64D270354D95}" presName="rootComposite" presStyleCnt="0"/>
      <dgm:spPr/>
    </dgm:pt>
    <dgm:pt modelId="{4D8AD786-48DE-43CB-93C7-FD50F36256C4}" type="pres">
      <dgm:prSet presAssocID="{CE3E7B9E-69DC-45F4-99D3-64D270354D95}" presName="rootText" presStyleLbl="node2" presStyleIdx="1" presStyleCnt="2" custScaleY="128629" custLinFactX="100000" custLinFactNeighborX="104021" custLinFactNeighborY="-497">
        <dgm:presLayoutVars>
          <dgm:chPref val="3"/>
        </dgm:presLayoutVars>
      </dgm:prSet>
      <dgm:spPr/>
    </dgm:pt>
    <dgm:pt modelId="{AC1CCE5B-7046-45EB-AF89-F32185C5C307}" type="pres">
      <dgm:prSet presAssocID="{CE3E7B9E-69DC-45F4-99D3-64D270354D95}" presName="rootConnector" presStyleLbl="node2" presStyleIdx="1" presStyleCnt="2"/>
      <dgm:spPr/>
    </dgm:pt>
    <dgm:pt modelId="{DA7612D4-E94C-4297-81D2-15E120C75C32}" type="pres">
      <dgm:prSet presAssocID="{CE3E7B9E-69DC-45F4-99D3-64D270354D95}" presName="hierChild4" presStyleCnt="0"/>
      <dgm:spPr/>
    </dgm:pt>
    <dgm:pt modelId="{AA69D7AD-F72F-4218-99F6-C5408F6CAE19}" type="pres">
      <dgm:prSet presAssocID="{1D74282D-C431-49CE-9E58-F52AA43AC0CA}" presName="Name35" presStyleLbl="parChTrans1D3" presStyleIdx="1" presStyleCnt="2"/>
      <dgm:spPr/>
    </dgm:pt>
    <dgm:pt modelId="{B7CA9F99-CDF1-4286-A969-1BE7BB68459E}" type="pres">
      <dgm:prSet presAssocID="{9DEF8EB1-13C9-4C86-B698-72C2EE1BCA62}" presName="hierRoot2" presStyleCnt="0">
        <dgm:presLayoutVars>
          <dgm:hierBranch/>
        </dgm:presLayoutVars>
      </dgm:prSet>
      <dgm:spPr/>
    </dgm:pt>
    <dgm:pt modelId="{F208D0C2-F5A4-438D-A70C-55BC989E99F3}" type="pres">
      <dgm:prSet presAssocID="{9DEF8EB1-13C9-4C86-B698-72C2EE1BCA62}" presName="rootComposite" presStyleCnt="0"/>
      <dgm:spPr/>
    </dgm:pt>
    <dgm:pt modelId="{873D4F2A-F653-4056-A397-D778357C3F7F}" type="pres">
      <dgm:prSet presAssocID="{9DEF8EB1-13C9-4C86-B698-72C2EE1BCA62}" presName="rootText" presStyleLbl="node3" presStyleIdx="1" presStyleCnt="2" custLinFactX="97714" custLinFactNeighborX="100000" custLinFactNeighborY="-20237">
        <dgm:presLayoutVars>
          <dgm:chPref val="3"/>
        </dgm:presLayoutVars>
      </dgm:prSet>
      <dgm:spPr/>
    </dgm:pt>
    <dgm:pt modelId="{3DD442F2-DBD5-4207-92A5-0A4EFB7EAF6B}" type="pres">
      <dgm:prSet presAssocID="{9DEF8EB1-13C9-4C86-B698-72C2EE1BCA62}" presName="rootConnector" presStyleLbl="node3" presStyleIdx="1" presStyleCnt="2"/>
      <dgm:spPr/>
    </dgm:pt>
    <dgm:pt modelId="{0C06E32C-DCDD-452D-A9C5-34171E8B9AB3}" type="pres">
      <dgm:prSet presAssocID="{9DEF8EB1-13C9-4C86-B698-72C2EE1BCA62}" presName="hierChild4" presStyleCnt="0"/>
      <dgm:spPr/>
    </dgm:pt>
    <dgm:pt modelId="{563A4D93-0CFD-424D-95E1-089442EF14EA}" type="pres">
      <dgm:prSet presAssocID="{D1A3CB1C-7861-43CF-BC31-08BE0B9E54DC}" presName="Name35" presStyleLbl="parChTrans1D4" presStyleIdx="3" presStyleCnt="6"/>
      <dgm:spPr/>
    </dgm:pt>
    <dgm:pt modelId="{E68A1A6B-7075-4E4A-B2B6-E49A120A2D55}" type="pres">
      <dgm:prSet presAssocID="{9014CD6E-784A-49A0-853E-F3D8B41BE017}" presName="hierRoot2" presStyleCnt="0">
        <dgm:presLayoutVars>
          <dgm:hierBranch val="init"/>
        </dgm:presLayoutVars>
      </dgm:prSet>
      <dgm:spPr/>
    </dgm:pt>
    <dgm:pt modelId="{4D3F2573-8783-48A0-A4EB-CCA07F326B73}" type="pres">
      <dgm:prSet presAssocID="{9014CD6E-784A-49A0-853E-F3D8B41BE017}" presName="rootComposite" presStyleCnt="0"/>
      <dgm:spPr/>
    </dgm:pt>
    <dgm:pt modelId="{739021E2-6B2B-4223-9ACC-A91A6E202EAA}" type="pres">
      <dgm:prSet presAssocID="{9014CD6E-784A-49A0-853E-F3D8B41BE017}" presName="rootText" presStyleLbl="node4" presStyleIdx="3" presStyleCnt="6" custLinFactX="122848" custLinFactNeighborX="200000" custLinFactNeighborY="-20556">
        <dgm:presLayoutVars>
          <dgm:chPref val="3"/>
        </dgm:presLayoutVars>
      </dgm:prSet>
      <dgm:spPr/>
    </dgm:pt>
    <dgm:pt modelId="{4E1DBF8C-6005-4B8F-92C6-7537BA232AD4}" type="pres">
      <dgm:prSet presAssocID="{9014CD6E-784A-49A0-853E-F3D8B41BE017}" presName="rootConnector" presStyleLbl="node4" presStyleIdx="3" presStyleCnt="6"/>
      <dgm:spPr/>
    </dgm:pt>
    <dgm:pt modelId="{BE68BFAF-0622-4DAD-9BFE-E0BD7203C7CA}" type="pres">
      <dgm:prSet presAssocID="{9014CD6E-784A-49A0-853E-F3D8B41BE017}" presName="hierChild4" presStyleCnt="0"/>
      <dgm:spPr/>
    </dgm:pt>
    <dgm:pt modelId="{410FADA7-5CCA-4A1F-AD57-3A8FF43153B0}" type="pres">
      <dgm:prSet presAssocID="{9014CD6E-784A-49A0-853E-F3D8B41BE017}" presName="hierChild5" presStyleCnt="0"/>
      <dgm:spPr/>
    </dgm:pt>
    <dgm:pt modelId="{FED4D3BF-55F6-48C4-BD5A-3039426EB4ED}" type="pres">
      <dgm:prSet presAssocID="{70BEC2B9-569F-45F4-8E9F-C8ECD513AAC6}" presName="Name35" presStyleLbl="parChTrans1D4" presStyleIdx="4" presStyleCnt="6"/>
      <dgm:spPr/>
    </dgm:pt>
    <dgm:pt modelId="{853192AB-16AB-49A3-880A-D9B697116996}" type="pres">
      <dgm:prSet presAssocID="{1EC2E4FA-2524-4594-8EC6-561E0C2D3199}" presName="hierRoot2" presStyleCnt="0">
        <dgm:presLayoutVars>
          <dgm:hierBranch val="init"/>
        </dgm:presLayoutVars>
      </dgm:prSet>
      <dgm:spPr/>
    </dgm:pt>
    <dgm:pt modelId="{690F8C67-E4B5-4DBA-978B-245091F0D5DC}" type="pres">
      <dgm:prSet presAssocID="{1EC2E4FA-2524-4594-8EC6-561E0C2D3199}" presName="rootComposite" presStyleCnt="0"/>
      <dgm:spPr/>
    </dgm:pt>
    <dgm:pt modelId="{F6460E43-93C7-4A8D-BAB8-2BC56353092D}" type="pres">
      <dgm:prSet presAssocID="{1EC2E4FA-2524-4594-8EC6-561E0C2D3199}" presName="rootText" presStyleLbl="node4" presStyleIdx="4" presStyleCnt="6" custLinFactX="97724" custLinFactY="34389" custLinFactNeighborX="100000" custLinFactNeighborY="100000">
        <dgm:presLayoutVars>
          <dgm:chPref val="3"/>
        </dgm:presLayoutVars>
      </dgm:prSet>
      <dgm:spPr/>
    </dgm:pt>
    <dgm:pt modelId="{F0BD86ED-B146-4460-B33D-E16C711A5334}" type="pres">
      <dgm:prSet presAssocID="{1EC2E4FA-2524-4594-8EC6-561E0C2D3199}" presName="rootConnector" presStyleLbl="node4" presStyleIdx="4" presStyleCnt="6"/>
      <dgm:spPr/>
    </dgm:pt>
    <dgm:pt modelId="{124C97D5-29D3-417F-9309-9F50B7DDEF95}" type="pres">
      <dgm:prSet presAssocID="{1EC2E4FA-2524-4594-8EC6-561E0C2D3199}" presName="hierChild4" presStyleCnt="0"/>
      <dgm:spPr/>
    </dgm:pt>
    <dgm:pt modelId="{08B3E138-20C5-470D-BD25-AF82A94DA1BC}" type="pres">
      <dgm:prSet presAssocID="{1EC2E4FA-2524-4594-8EC6-561E0C2D3199}" presName="hierChild5" presStyleCnt="0"/>
      <dgm:spPr/>
    </dgm:pt>
    <dgm:pt modelId="{3BF442C2-0D42-4955-9E8B-8B5BB2156F3B}" type="pres">
      <dgm:prSet presAssocID="{0AA35528-9044-4EFA-BCD4-CBCFF3EB3A76}" presName="Name35" presStyleLbl="parChTrans1D4" presStyleIdx="5" presStyleCnt="6"/>
      <dgm:spPr/>
    </dgm:pt>
    <dgm:pt modelId="{7ABAE21D-E430-46A2-9398-6B21CB02FC83}" type="pres">
      <dgm:prSet presAssocID="{C9363B18-4366-48E2-B397-FE1ADC8BE226}" presName="hierRoot2" presStyleCnt="0">
        <dgm:presLayoutVars>
          <dgm:hierBranch val="init"/>
        </dgm:presLayoutVars>
      </dgm:prSet>
      <dgm:spPr/>
    </dgm:pt>
    <dgm:pt modelId="{B4CFB23C-A362-470D-8DEC-3A530699A869}" type="pres">
      <dgm:prSet presAssocID="{C9363B18-4366-48E2-B397-FE1ADC8BE226}" presName="rootComposite" presStyleCnt="0"/>
      <dgm:spPr/>
    </dgm:pt>
    <dgm:pt modelId="{994C32D0-1412-47B9-A5C9-74AF98FAB013}" type="pres">
      <dgm:prSet presAssocID="{C9363B18-4366-48E2-B397-FE1ADC8BE226}" presName="rootText" presStyleLbl="node4" presStyleIdx="5" presStyleCnt="6" custLinFactY="100000" custLinFactNeighborX="76410" custLinFactNeighborY="164498">
        <dgm:presLayoutVars>
          <dgm:chPref val="3"/>
        </dgm:presLayoutVars>
      </dgm:prSet>
      <dgm:spPr/>
    </dgm:pt>
    <dgm:pt modelId="{4F0D664D-8292-4E35-BED0-0A92DC653878}" type="pres">
      <dgm:prSet presAssocID="{C9363B18-4366-48E2-B397-FE1ADC8BE226}" presName="rootConnector" presStyleLbl="node4" presStyleIdx="5" presStyleCnt="6"/>
      <dgm:spPr/>
    </dgm:pt>
    <dgm:pt modelId="{7FEDFA4F-9972-4B0D-B182-0FA60B319852}" type="pres">
      <dgm:prSet presAssocID="{C9363B18-4366-48E2-B397-FE1ADC8BE226}" presName="hierChild4" presStyleCnt="0"/>
      <dgm:spPr/>
    </dgm:pt>
    <dgm:pt modelId="{9EB8F1B8-06D8-4391-8A9C-35B1A4B6258B}" type="pres">
      <dgm:prSet presAssocID="{C9363B18-4366-48E2-B397-FE1ADC8BE226}" presName="hierChild5" presStyleCnt="0"/>
      <dgm:spPr/>
    </dgm:pt>
    <dgm:pt modelId="{7412CD40-2C8D-4167-B821-2EC5AED5D994}" type="pres">
      <dgm:prSet presAssocID="{9DEF8EB1-13C9-4C86-B698-72C2EE1BCA62}" presName="hierChild5" presStyleCnt="0"/>
      <dgm:spPr/>
    </dgm:pt>
    <dgm:pt modelId="{F300776A-C1D0-4980-9598-FF9A483F8183}" type="pres">
      <dgm:prSet presAssocID="{CE3E7B9E-69DC-45F4-99D3-64D270354D95}" presName="hierChild5" presStyleCnt="0"/>
      <dgm:spPr/>
    </dgm:pt>
    <dgm:pt modelId="{45D25814-E3A6-40BE-8621-3EF24DF43E5B}" type="pres">
      <dgm:prSet presAssocID="{5D0ED5FE-7E95-4250-8677-9EC1950AE8A1}" presName="hierChild3" presStyleCnt="0"/>
      <dgm:spPr/>
    </dgm:pt>
  </dgm:ptLst>
  <dgm:cxnLst>
    <dgm:cxn modelId="{306E1505-25CC-4621-9CEB-8E9A836B6A96}" srcId="{41474AFD-4E2B-40B3-AC8A-80EB1544836F}" destId="{5D0ED5FE-7E95-4250-8677-9EC1950AE8A1}" srcOrd="0" destOrd="0" parTransId="{6CF3C4E9-FDC6-4F46-B5E3-8EA57AA9FAAE}" sibTransId="{3FD7FD21-4532-4C79-8465-1FA3FBCB81ED}"/>
    <dgm:cxn modelId="{00B15D09-6AAC-4755-85BC-4E5F09F087AE}" srcId="{5D0ED5FE-7E95-4250-8677-9EC1950AE8A1}" destId="{76B35F3C-3E89-45D3-A712-7871D0C48619}" srcOrd="0" destOrd="0" parTransId="{BDA7F1B3-82F8-4C6E-8BCB-9B9A721AE341}" sibTransId="{0B5BAB1D-771E-4306-A56D-A92A21A28F23}"/>
    <dgm:cxn modelId="{5125290B-3F8E-4CE8-B8FB-7B09C830D932}" type="presOf" srcId="{624D0C9F-2717-4EE5-A196-C8209F059883}" destId="{93292C31-F646-498B-A8F5-5E2E6F492F55}" srcOrd="0" destOrd="0" presId="urn:microsoft.com/office/officeart/2005/8/layout/orgChart1"/>
    <dgm:cxn modelId="{D43F1213-DB0C-4C31-A5B4-3D4E6F748A19}" type="presOf" srcId="{1EC2E4FA-2524-4594-8EC6-561E0C2D3199}" destId="{F6460E43-93C7-4A8D-BAB8-2BC56353092D}" srcOrd="0" destOrd="0" presId="urn:microsoft.com/office/officeart/2005/8/layout/orgChart1"/>
    <dgm:cxn modelId="{C5EF6415-CE90-4912-A206-830AE9D06A6F}" srcId="{3E390511-0AF3-499F-A305-DDFB8B8CE5EC}" destId="{9ADBC6C6-676A-46BF-B8CD-3C5C5A77CC7F}" srcOrd="0" destOrd="0" parTransId="{BEFB9490-FA8F-40F6-AC1F-7E452E0E349F}" sibTransId="{774119AE-DDB3-4D52-96FA-AB6F1614C17D}"/>
    <dgm:cxn modelId="{66680D1C-0D65-45D9-97E3-7403D515CD88}" type="presOf" srcId="{BDA7F1B3-82F8-4C6E-8BCB-9B9A721AE341}" destId="{5A256C76-518B-45F9-9EA0-3F02778912FA}" srcOrd="0" destOrd="0" presId="urn:microsoft.com/office/officeart/2005/8/layout/orgChart1"/>
    <dgm:cxn modelId="{6E9B181D-028A-4482-883A-6C888244A9DE}" type="presOf" srcId="{76B35F3C-3E89-45D3-A712-7871D0C48619}" destId="{26AC3CC7-DD1F-4343-8043-9D2EF37EEB56}" srcOrd="1" destOrd="0" presId="urn:microsoft.com/office/officeart/2005/8/layout/orgChart1"/>
    <dgm:cxn modelId="{86287823-5ECF-4779-938F-D1901BE02469}" type="presOf" srcId="{9DEF8EB1-13C9-4C86-B698-72C2EE1BCA62}" destId="{873D4F2A-F653-4056-A397-D778357C3F7F}" srcOrd="0" destOrd="0" presId="urn:microsoft.com/office/officeart/2005/8/layout/orgChart1"/>
    <dgm:cxn modelId="{DC072D25-74DA-4F16-A322-67EC4F787E40}" type="presOf" srcId="{9014CD6E-784A-49A0-853E-F3D8B41BE017}" destId="{4E1DBF8C-6005-4B8F-92C6-7537BA232AD4}" srcOrd="1" destOrd="0" presId="urn:microsoft.com/office/officeart/2005/8/layout/orgChart1"/>
    <dgm:cxn modelId="{DB26685C-2B8C-4930-AE75-DA7FA36B7249}" type="presOf" srcId="{65C30178-CD72-48CB-B6CA-76333EA0C2F7}" destId="{B73AC966-C090-4090-9F26-24932961D828}" srcOrd="1" destOrd="0" presId="urn:microsoft.com/office/officeart/2005/8/layout/orgChart1"/>
    <dgm:cxn modelId="{5028FB5C-7C3D-47D6-AD54-3F06019DEF10}" srcId="{9DEF8EB1-13C9-4C86-B698-72C2EE1BCA62}" destId="{1EC2E4FA-2524-4594-8EC6-561E0C2D3199}" srcOrd="1" destOrd="0" parTransId="{70BEC2B9-569F-45F4-8E9F-C8ECD513AAC6}" sibTransId="{58F01D2A-CE0D-4F10-87EB-0B64BC7CA279}"/>
    <dgm:cxn modelId="{CDAFD141-A04B-40A0-8FB9-1A19EA67E163}" type="presOf" srcId="{3E390511-0AF3-499F-A305-DDFB8B8CE5EC}" destId="{B7D56EC7-3EB2-4083-A470-2D68B138E00D}" srcOrd="1" destOrd="0" presId="urn:microsoft.com/office/officeart/2005/8/layout/orgChart1"/>
    <dgm:cxn modelId="{410B8C43-216E-41C4-9DF6-68CD4239781A}" type="presOf" srcId="{9ADBC6C6-676A-46BF-B8CD-3C5C5A77CC7F}" destId="{302C073B-AFD5-49DE-9252-B61A4018DC55}" srcOrd="1" destOrd="0" presId="urn:microsoft.com/office/officeart/2005/8/layout/orgChart1"/>
    <dgm:cxn modelId="{2F530364-94BB-4B82-8FB0-D5A928B28DA1}" type="presOf" srcId="{3E390511-0AF3-499F-A305-DDFB8B8CE5EC}" destId="{04E59E5A-2EB9-4330-BB8D-E964E321D56D}" srcOrd="0" destOrd="0" presId="urn:microsoft.com/office/officeart/2005/8/layout/orgChart1"/>
    <dgm:cxn modelId="{CC392A66-76E7-40F3-9EC7-7D82FDF6FD8C}" type="presOf" srcId="{CE3E7B9E-69DC-45F4-99D3-64D270354D95}" destId="{4D8AD786-48DE-43CB-93C7-FD50F36256C4}" srcOrd="0" destOrd="0" presId="urn:microsoft.com/office/officeart/2005/8/layout/orgChart1"/>
    <dgm:cxn modelId="{0A35A947-C60B-4C5E-92FE-AD085983E69C}" type="presOf" srcId="{8FC7B17B-6EED-4FAD-BF3A-28F57BB657A8}" destId="{5285C9F0-788F-4FE4-8F8A-07BFE651A144}" srcOrd="0" destOrd="0" presId="urn:microsoft.com/office/officeart/2005/8/layout/orgChart1"/>
    <dgm:cxn modelId="{07FA2268-323A-46D8-AB43-49550BD9484E}" type="presOf" srcId="{C9363B18-4366-48E2-B397-FE1ADC8BE226}" destId="{4F0D664D-8292-4E35-BED0-0A92DC653878}" srcOrd="1" destOrd="0" presId="urn:microsoft.com/office/officeart/2005/8/layout/orgChart1"/>
    <dgm:cxn modelId="{0404304D-97AE-4E10-A328-CB40560431EE}" type="presOf" srcId="{9DEF8EB1-13C9-4C86-B698-72C2EE1BCA62}" destId="{3DD442F2-DBD5-4207-92A5-0A4EFB7EAF6B}" srcOrd="1" destOrd="0" presId="urn:microsoft.com/office/officeart/2005/8/layout/orgChart1"/>
    <dgm:cxn modelId="{051F6B4D-107F-4025-AFC8-4F01DB9CD78D}" type="presOf" srcId="{65C30178-CD72-48CB-B6CA-76333EA0C2F7}" destId="{E15F2E3C-3E72-4BC2-BA53-716CDAFD0D01}" srcOrd="0" destOrd="0" presId="urn:microsoft.com/office/officeart/2005/8/layout/orgChart1"/>
    <dgm:cxn modelId="{9F5DF26F-B11D-41FB-A4AD-0ED004205A19}" type="presOf" srcId="{CE3E7B9E-69DC-45F4-99D3-64D270354D95}" destId="{AC1CCE5B-7046-45EB-AF89-F32185C5C307}" srcOrd="1" destOrd="0" presId="urn:microsoft.com/office/officeart/2005/8/layout/orgChart1"/>
    <dgm:cxn modelId="{1D1B3758-214B-440C-96A8-8245C6614BF5}" srcId="{5D0ED5FE-7E95-4250-8677-9EC1950AE8A1}" destId="{CE3E7B9E-69DC-45F4-99D3-64D270354D95}" srcOrd="1" destOrd="0" parTransId="{8FC7B17B-6EED-4FAD-BF3A-28F57BB657A8}" sibTransId="{64927759-DCCA-4EEE-932C-27A59663BDC0}"/>
    <dgm:cxn modelId="{8E4F5578-BD40-404C-BFB7-FAB710040057}" type="presOf" srcId="{545CB35A-7066-45D2-9BFD-08CBA9F45D72}" destId="{B7AC44D2-1590-4FFB-A25C-04E1BEA039E1}" srcOrd="0" destOrd="0" presId="urn:microsoft.com/office/officeart/2005/8/layout/orgChart1"/>
    <dgm:cxn modelId="{6CC0727B-68BC-4364-81F9-CB805FE01D4B}" type="presOf" srcId="{F51B3FC2-E17B-4575-B73C-20FE1C4CBF55}" destId="{CB4B23C8-4211-4E0E-A2B3-9377CFE5193C}" srcOrd="1" destOrd="0" presId="urn:microsoft.com/office/officeart/2005/8/layout/orgChart1"/>
    <dgm:cxn modelId="{B24BCD7B-F4AE-4C71-879E-06157F709A87}" srcId="{F51B3FC2-E17B-4575-B73C-20FE1C4CBF55}" destId="{3E390511-0AF3-499F-A305-DDFB8B8CE5EC}" srcOrd="0" destOrd="0" parTransId="{435CE7CF-BE59-4505-A0E7-0EBC8BBA1214}" sibTransId="{C021F919-2F6E-4E76-9E8D-0848A425304A}"/>
    <dgm:cxn modelId="{7C92F481-F160-4FDA-B50E-28E7A230079E}" type="presOf" srcId="{5D0ED5FE-7E95-4250-8677-9EC1950AE8A1}" destId="{9EFBAD96-9A2F-49A5-9E11-7BBBF856557D}" srcOrd="0" destOrd="0" presId="urn:microsoft.com/office/officeart/2005/8/layout/orgChart1"/>
    <dgm:cxn modelId="{F4AEBC82-8F94-4E60-919F-5BD07E00D765}" type="presOf" srcId="{D1A3CB1C-7861-43CF-BC31-08BE0B9E54DC}" destId="{563A4D93-0CFD-424D-95E1-089442EF14EA}" srcOrd="0" destOrd="0" presId="urn:microsoft.com/office/officeart/2005/8/layout/orgChart1"/>
    <dgm:cxn modelId="{C24FA883-CCA7-4DCC-AADF-FA60D93E6176}" type="presOf" srcId="{41474AFD-4E2B-40B3-AC8A-80EB1544836F}" destId="{CDBC6E98-F188-496C-A848-1E799ED79DE2}" srcOrd="0" destOrd="0" presId="urn:microsoft.com/office/officeart/2005/8/layout/orgChart1"/>
    <dgm:cxn modelId="{41F4D388-6879-402D-AAAE-13114CCE4978}" type="presOf" srcId="{1D74282D-C431-49CE-9E58-F52AA43AC0CA}" destId="{AA69D7AD-F72F-4218-99F6-C5408F6CAE19}" srcOrd="0" destOrd="0" presId="urn:microsoft.com/office/officeart/2005/8/layout/orgChart1"/>
    <dgm:cxn modelId="{9A2B9289-3BD7-4FD6-8657-96086D14653A}" type="presOf" srcId="{76B35F3C-3E89-45D3-A712-7871D0C48619}" destId="{8FE6C161-384A-49C2-8E05-D34E4A719C3D}" srcOrd="0" destOrd="0" presId="urn:microsoft.com/office/officeart/2005/8/layout/orgChart1"/>
    <dgm:cxn modelId="{AF0CD392-AB8B-47F9-B6EE-829D07790A3D}" type="presOf" srcId="{9ADBC6C6-676A-46BF-B8CD-3C5C5A77CC7F}" destId="{476D2A70-1347-4FE0-A8E8-DAE7339946E5}" srcOrd="0" destOrd="0" presId="urn:microsoft.com/office/officeart/2005/8/layout/orgChart1"/>
    <dgm:cxn modelId="{F2078196-53D1-4FB0-91EC-C96FB48A3543}" type="presOf" srcId="{F51B3FC2-E17B-4575-B73C-20FE1C4CBF55}" destId="{A1D011E8-F0EE-4668-8F0B-5D8D5A2498A1}" srcOrd="0" destOrd="0" presId="urn:microsoft.com/office/officeart/2005/8/layout/orgChart1"/>
    <dgm:cxn modelId="{F694F19A-EF1D-4822-B6AE-88DA24787D9F}" type="presOf" srcId="{70BEC2B9-569F-45F4-8E9F-C8ECD513AAC6}" destId="{FED4D3BF-55F6-48C4-BD5A-3039426EB4ED}" srcOrd="0" destOrd="0" presId="urn:microsoft.com/office/officeart/2005/8/layout/orgChart1"/>
    <dgm:cxn modelId="{F076D2AF-22F4-4E64-B4D8-51389935316C}" srcId="{76B35F3C-3E89-45D3-A712-7871D0C48619}" destId="{65C30178-CD72-48CB-B6CA-76333EA0C2F7}" srcOrd="0" destOrd="0" parTransId="{624D0C9F-2717-4EE5-A196-C8209F059883}" sibTransId="{97C35BA1-11CA-4B77-8D19-9852F82375CF}"/>
    <dgm:cxn modelId="{7329BBBC-5939-4D2F-91FC-5D9C293343EA}" type="presOf" srcId="{C9363B18-4366-48E2-B397-FE1ADC8BE226}" destId="{994C32D0-1412-47B9-A5C9-74AF98FAB013}" srcOrd="0" destOrd="0" presId="urn:microsoft.com/office/officeart/2005/8/layout/orgChart1"/>
    <dgm:cxn modelId="{A42979BF-C76D-468C-A5D1-02B00FFFE4A7}" type="presOf" srcId="{0AA35528-9044-4EFA-BCD4-CBCFF3EB3A76}" destId="{3BF442C2-0D42-4955-9E8B-8B5BB2156F3B}" srcOrd="0" destOrd="0" presId="urn:microsoft.com/office/officeart/2005/8/layout/orgChart1"/>
    <dgm:cxn modelId="{ACB440C8-DFFC-4698-BE79-0503E21D4A25}" type="presOf" srcId="{9014CD6E-784A-49A0-853E-F3D8B41BE017}" destId="{739021E2-6B2B-4223-9ACC-A91A6E202EAA}" srcOrd="0" destOrd="0" presId="urn:microsoft.com/office/officeart/2005/8/layout/orgChart1"/>
    <dgm:cxn modelId="{15A678C9-FA0C-471C-820E-08B53840F26B}" srcId="{CE3E7B9E-69DC-45F4-99D3-64D270354D95}" destId="{9DEF8EB1-13C9-4C86-B698-72C2EE1BCA62}" srcOrd="0" destOrd="0" parTransId="{1D74282D-C431-49CE-9E58-F52AA43AC0CA}" sibTransId="{8ABE1486-7E91-4D9A-8C68-B8A59C4396A6}"/>
    <dgm:cxn modelId="{86AFA1CD-C262-477C-91E1-4740EE180D98}" type="presOf" srcId="{435CE7CF-BE59-4505-A0E7-0EBC8BBA1214}" destId="{D8339B72-A651-46BC-BD3B-A2BF0C716824}" srcOrd="0" destOrd="0" presId="urn:microsoft.com/office/officeart/2005/8/layout/orgChart1"/>
    <dgm:cxn modelId="{58C873D0-B709-4CCB-91AA-1B6165EBE6AF}" type="presOf" srcId="{BEFB9490-FA8F-40F6-AC1F-7E452E0E349F}" destId="{18D1E570-9DA3-42DB-9E6D-1E20D68FA7B2}" srcOrd="0" destOrd="0" presId="urn:microsoft.com/office/officeart/2005/8/layout/orgChart1"/>
    <dgm:cxn modelId="{BEFCC7D1-E8C7-444B-A773-7587D59D8357}" srcId="{9DEF8EB1-13C9-4C86-B698-72C2EE1BCA62}" destId="{9014CD6E-784A-49A0-853E-F3D8B41BE017}" srcOrd="0" destOrd="0" parTransId="{D1A3CB1C-7861-43CF-BC31-08BE0B9E54DC}" sibTransId="{3FA21C13-E92E-4660-849A-3AE99F8543E8}"/>
    <dgm:cxn modelId="{A00436D5-C63C-45AC-9DA9-6E666F47B6A2}" srcId="{9DEF8EB1-13C9-4C86-B698-72C2EE1BCA62}" destId="{C9363B18-4366-48E2-B397-FE1ADC8BE226}" srcOrd="2" destOrd="0" parTransId="{0AA35528-9044-4EFA-BCD4-CBCFF3EB3A76}" sibTransId="{60F0F620-DCBC-4945-B501-1DE684C151F3}"/>
    <dgm:cxn modelId="{3F2CBCE8-8C58-4920-ADEC-78709510AF74}" type="presOf" srcId="{1EC2E4FA-2524-4594-8EC6-561E0C2D3199}" destId="{F0BD86ED-B146-4460-B33D-E16C711A5334}" srcOrd="1" destOrd="0" presId="urn:microsoft.com/office/officeart/2005/8/layout/orgChart1"/>
    <dgm:cxn modelId="{7E4665ED-F78E-46C2-8FAF-CB86945B190E}" srcId="{65C30178-CD72-48CB-B6CA-76333EA0C2F7}" destId="{F51B3FC2-E17B-4575-B73C-20FE1C4CBF55}" srcOrd="0" destOrd="0" parTransId="{545CB35A-7066-45D2-9BFD-08CBA9F45D72}" sibTransId="{993223AB-3F70-433D-9A66-6C150E6EF558}"/>
    <dgm:cxn modelId="{547586FF-1765-4DC7-8A6E-8FF551EF4E64}" type="presOf" srcId="{5D0ED5FE-7E95-4250-8677-9EC1950AE8A1}" destId="{750F3F54-A2AD-4A77-A848-89A056AA32A0}" srcOrd="1" destOrd="0" presId="urn:microsoft.com/office/officeart/2005/8/layout/orgChart1"/>
    <dgm:cxn modelId="{BE987F00-59FF-44FE-BC54-E90AF741893A}" type="presParOf" srcId="{CDBC6E98-F188-496C-A848-1E799ED79DE2}" destId="{B1C736E0-4A3F-49DB-832F-82D6E742DA3A}" srcOrd="0" destOrd="0" presId="urn:microsoft.com/office/officeart/2005/8/layout/orgChart1"/>
    <dgm:cxn modelId="{25BD749E-D968-4926-B1E2-027E1D8A06FF}" type="presParOf" srcId="{B1C736E0-4A3F-49DB-832F-82D6E742DA3A}" destId="{E1849E25-D6DE-4DE7-A150-A38A20E273DA}" srcOrd="0" destOrd="0" presId="urn:microsoft.com/office/officeart/2005/8/layout/orgChart1"/>
    <dgm:cxn modelId="{7858245A-F828-4403-B127-495EE03BC6C6}" type="presParOf" srcId="{E1849E25-D6DE-4DE7-A150-A38A20E273DA}" destId="{9EFBAD96-9A2F-49A5-9E11-7BBBF856557D}" srcOrd="0" destOrd="0" presId="urn:microsoft.com/office/officeart/2005/8/layout/orgChart1"/>
    <dgm:cxn modelId="{4C60020F-D0D6-4D78-969A-6A46A6DDFB6F}" type="presParOf" srcId="{E1849E25-D6DE-4DE7-A150-A38A20E273DA}" destId="{750F3F54-A2AD-4A77-A848-89A056AA32A0}" srcOrd="1" destOrd="0" presId="urn:microsoft.com/office/officeart/2005/8/layout/orgChart1"/>
    <dgm:cxn modelId="{70E5F3B5-4121-4372-845B-CDF55C65BBFE}" type="presParOf" srcId="{B1C736E0-4A3F-49DB-832F-82D6E742DA3A}" destId="{14CD3D2B-3AB4-4646-BB21-7F567F6A9A3B}" srcOrd="1" destOrd="0" presId="urn:microsoft.com/office/officeart/2005/8/layout/orgChart1"/>
    <dgm:cxn modelId="{F59B449F-F008-4C4F-8DCA-5FFBC250245F}" type="presParOf" srcId="{14CD3D2B-3AB4-4646-BB21-7F567F6A9A3B}" destId="{5A256C76-518B-45F9-9EA0-3F02778912FA}" srcOrd="0" destOrd="0" presId="urn:microsoft.com/office/officeart/2005/8/layout/orgChart1"/>
    <dgm:cxn modelId="{77721778-914C-4B32-87C9-24CD45A7C9E7}" type="presParOf" srcId="{14CD3D2B-3AB4-4646-BB21-7F567F6A9A3B}" destId="{A24ACEA3-1518-4E3D-87B2-D469EA54E923}" srcOrd="1" destOrd="0" presId="urn:microsoft.com/office/officeart/2005/8/layout/orgChart1"/>
    <dgm:cxn modelId="{7D692170-60ED-49AF-B493-F7E454D8FFC8}" type="presParOf" srcId="{A24ACEA3-1518-4E3D-87B2-D469EA54E923}" destId="{1F4D5B67-D36D-480A-895F-3F3DC5DEB85C}" srcOrd="0" destOrd="0" presId="urn:microsoft.com/office/officeart/2005/8/layout/orgChart1"/>
    <dgm:cxn modelId="{C413B5E0-276F-492E-851E-70A8E1DF7FE2}" type="presParOf" srcId="{1F4D5B67-D36D-480A-895F-3F3DC5DEB85C}" destId="{8FE6C161-384A-49C2-8E05-D34E4A719C3D}" srcOrd="0" destOrd="0" presId="urn:microsoft.com/office/officeart/2005/8/layout/orgChart1"/>
    <dgm:cxn modelId="{4A903DD5-C0A9-4864-9AC8-B9A92BF9CA73}" type="presParOf" srcId="{1F4D5B67-D36D-480A-895F-3F3DC5DEB85C}" destId="{26AC3CC7-DD1F-4343-8043-9D2EF37EEB56}" srcOrd="1" destOrd="0" presId="urn:microsoft.com/office/officeart/2005/8/layout/orgChart1"/>
    <dgm:cxn modelId="{CF17B8B1-B242-4E45-AC4F-40B654DD30B3}" type="presParOf" srcId="{A24ACEA3-1518-4E3D-87B2-D469EA54E923}" destId="{9BA0AA6E-A406-4E22-BAFC-6D960E1A509D}" srcOrd="1" destOrd="0" presId="urn:microsoft.com/office/officeart/2005/8/layout/orgChart1"/>
    <dgm:cxn modelId="{DB470450-DB75-4F88-A5C3-1E9AD1978FCA}" type="presParOf" srcId="{9BA0AA6E-A406-4E22-BAFC-6D960E1A509D}" destId="{93292C31-F646-498B-A8F5-5E2E6F492F55}" srcOrd="0" destOrd="0" presId="urn:microsoft.com/office/officeart/2005/8/layout/orgChart1"/>
    <dgm:cxn modelId="{17B94807-7B55-40D6-8B0B-E91B1FB6BFB5}" type="presParOf" srcId="{9BA0AA6E-A406-4E22-BAFC-6D960E1A509D}" destId="{30436768-49BD-41DF-A76C-6BD737ECBECA}" srcOrd="1" destOrd="0" presId="urn:microsoft.com/office/officeart/2005/8/layout/orgChart1"/>
    <dgm:cxn modelId="{4D080D37-04BD-49C4-B873-69C1A1243E0C}" type="presParOf" srcId="{30436768-49BD-41DF-A76C-6BD737ECBECA}" destId="{1CFA4F79-3578-423C-9C32-D91F6B508678}" srcOrd="0" destOrd="0" presId="urn:microsoft.com/office/officeart/2005/8/layout/orgChart1"/>
    <dgm:cxn modelId="{F9961953-9EAD-4C6F-83C5-101686B78616}" type="presParOf" srcId="{1CFA4F79-3578-423C-9C32-D91F6B508678}" destId="{E15F2E3C-3E72-4BC2-BA53-716CDAFD0D01}" srcOrd="0" destOrd="0" presId="urn:microsoft.com/office/officeart/2005/8/layout/orgChart1"/>
    <dgm:cxn modelId="{58C47103-0BC1-4674-98A4-CF155F2BA752}" type="presParOf" srcId="{1CFA4F79-3578-423C-9C32-D91F6B508678}" destId="{B73AC966-C090-4090-9F26-24932961D828}" srcOrd="1" destOrd="0" presId="urn:microsoft.com/office/officeart/2005/8/layout/orgChart1"/>
    <dgm:cxn modelId="{82EDF1CE-5C64-44BE-9C03-D768317B76F1}" type="presParOf" srcId="{30436768-49BD-41DF-A76C-6BD737ECBECA}" destId="{183FBA86-E0B5-4CDD-9BFA-4832D5E00AAA}" srcOrd="1" destOrd="0" presId="urn:microsoft.com/office/officeart/2005/8/layout/orgChart1"/>
    <dgm:cxn modelId="{FE75BDC3-ECFC-41F4-AA75-A4B26E195028}" type="presParOf" srcId="{183FBA86-E0B5-4CDD-9BFA-4832D5E00AAA}" destId="{B7AC44D2-1590-4FFB-A25C-04E1BEA039E1}" srcOrd="0" destOrd="0" presId="urn:microsoft.com/office/officeart/2005/8/layout/orgChart1"/>
    <dgm:cxn modelId="{5DF3A299-CFC2-4E80-963D-9121569814CB}" type="presParOf" srcId="{183FBA86-E0B5-4CDD-9BFA-4832D5E00AAA}" destId="{CABA8776-4A54-46B2-96A2-D6D4B82B4150}" srcOrd="1" destOrd="0" presId="urn:microsoft.com/office/officeart/2005/8/layout/orgChart1"/>
    <dgm:cxn modelId="{548B111C-71B6-4262-B568-7051A6F6910F}" type="presParOf" srcId="{CABA8776-4A54-46B2-96A2-D6D4B82B4150}" destId="{9BE0C8B5-0AB6-4174-8916-7909E4A1C2AD}" srcOrd="0" destOrd="0" presId="urn:microsoft.com/office/officeart/2005/8/layout/orgChart1"/>
    <dgm:cxn modelId="{606B2A4D-6299-456B-90BC-2324A1A16976}" type="presParOf" srcId="{9BE0C8B5-0AB6-4174-8916-7909E4A1C2AD}" destId="{A1D011E8-F0EE-4668-8F0B-5D8D5A2498A1}" srcOrd="0" destOrd="0" presId="urn:microsoft.com/office/officeart/2005/8/layout/orgChart1"/>
    <dgm:cxn modelId="{8BCB2668-BE2C-4C1C-B95B-84787182893C}" type="presParOf" srcId="{9BE0C8B5-0AB6-4174-8916-7909E4A1C2AD}" destId="{CB4B23C8-4211-4E0E-A2B3-9377CFE5193C}" srcOrd="1" destOrd="0" presId="urn:microsoft.com/office/officeart/2005/8/layout/orgChart1"/>
    <dgm:cxn modelId="{7D58235C-E77E-464B-986B-44134A66CB89}" type="presParOf" srcId="{CABA8776-4A54-46B2-96A2-D6D4B82B4150}" destId="{C8B886B0-4DF9-4B02-913E-8703EE35AD89}" srcOrd="1" destOrd="0" presId="urn:microsoft.com/office/officeart/2005/8/layout/orgChart1"/>
    <dgm:cxn modelId="{436B765D-7DCD-45F9-B9F8-88C4038F6137}" type="presParOf" srcId="{C8B886B0-4DF9-4B02-913E-8703EE35AD89}" destId="{D8339B72-A651-46BC-BD3B-A2BF0C716824}" srcOrd="0" destOrd="0" presId="urn:microsoft.com/office/officeart/2005/8/layout/orgChart1"/>
    <dgm:cxn modelId="{FF986849-AE75-42E2-9B29-0D85763A2715}" type="presParOf" srcId="{C8B886B0-4DF9-4B02-913E-8703EE35AD89}" destId="{66939DB6-7200-4F12-9B55-6478AA6FDD39}" srcOrd="1" destOrd="0" presId="urn:microsoft.com/office/officeart/2005/8/layout/orgChart1"/>
    <dgm:cxn modelId="{E0AA9B53-9255-4335-8A05-4ED4AD597BB7}" type="presParOf" srcId="{66939DB6-7200-4F12-9B55-6478AA6FDD39}" destId="{FF3B3EDD-EF01-4352-8F78-781318BA5F29}" srcOrd="0" destOrd="0" presId="urn:microsoft.com/office/officeart/2005/8/layout/orgChart1"/>
    <dgm:cxn modelId="{26B8D1C6-748D-4229-BD57-890977A4E80B}" type="presParOf" srcId="{FF3B3EDD-EF01-4352-8F78-781318BA5F29}" destId="{04E59E5A-2EB9-4330-BB8D-E964E321D56D}" srcOrd="0" destOrd="0" presId="urn:microsoft.com/office/officeart/2005/8/layout/orgChart1"/>
    <dgm:cxn modelId="{2E43389B-72FC-4047-9E47-6CE9B73F2AD7}" type="presParOf" srcId="{FF3B3EDD-EF01-4352-8F78-781318BA5F29}" destId="{B7D56EC7-3EB2-4083-A470-2D68B138E00D}" srcOrd="1" destOrd="0" presId="urn:microsoft.com/office/officeart/2005/8/layout/orgChart1"/>
    <dgm:cxn modelId="{2AAA379C-0FA7-4CDC-A102-AB0554718BB8}" type="presParOf" srcId="{66939DB6-7200-4F12-9B55-6478AA6FDD39}" destId="{BFC845C6-20EB-465A-B5C8-C398CA8E2593}" srcOrd="1" destOrd="0" presId="urn:microsoft.com/office/officeart/2005/8/layout/orgChart1"/>
    <dgm:cxn modelId="{CCDD988C-1379-4F54-A8D0-38A676EA3AE4}" type="presParOf" srcId="{BFC845C6-20EB-465A-B5C8-C398CA8E2593}" destId="{18D1E570-9DA3-42DB-9E6D-1E20D68FA7B2}" srcOrd="0" destOrd="0" presId="urn:microsoft.com/office/officeart/2005/8/layout/orgChart1"/>
    <dgm:cxn modelId="{7A74C850-FFB1-4581-8A3D-52E477FBFFF1}" type="presParOf" srcId="{BFC845C6-20EB-465A-B5C8-C398CA8E2593}" destId="{E8732516-E8C2-4893-A739-FFA116FF132A}" srcOrd="1" destOrd="0" presId="urn:microsoft.com/office/officeart/2005/8/layout/orgChart1"/>
    <dgm:cxn modelId="{33CFFA43-FD2D-4237-8A17-AE42B3924EAD}" type="presParOf" srcId="{E8732516-E8C2-4893-A739-FFA116FF132A}" destId="{55CC0D42-7118-4CD7-B617-BA329C676038}" srcOrd="0" destOrd="0" presId="urn:microsoft.com/office/officeart/2005/8/layout/orgChart1"/>
    <dgm:cxn modelId="{06CABF99-A501-4D0C-8A54-11F739AE86A8}" type="presParOf" srcId="{55CC0D42-7118-4CD7-B617-BA329C676038}" destId="{476D2A70-1347-4FE0-A8E8-DAE7339946E5}" srcOrd="0" destOrd="0" presId="urn:microsoft.com/office/officeart/2005/8/layout/orgChart1"/>
    <dgm:cxn modelId="{641E8D73-6FCB-4D1F-9ED6-454F1E6C18B8}" type="presParOf" srcId="{55CC0D42-7118-4CD7-B617-BA329C676038}" destId="{302C073B-AFD5-49DE-9252-B61A4018DC55}" srcOrd="1" destOrd="0" presId="urn:microsoft.com/office/officeart/2005/8/layout/orgChart1"/>
    <dgm:cxn modelId="{DBDDF0C9-E258-4E4A-A587-67EDF0298B5E}" type="presParOf" srcId="{E8732516-E8C2-4893-A739-FFA116FF132A}" destId="{70AC186F-9DED-4411-858A-05A7A6D5C81F}" srcOrd="1" destOrd="0" presId="urn:microsoft.com/office/officeart/2005/8/layout/orgChart1"/>
    <dgm:cxn modelId="{99FEE57D-416A-42D1-A854-F929206E5CE5}" type="presParOf" srcId="{E8732516-E8C2-4893-A739-FFA116FF132A}" destId="{667B9034-A9E7-4F83-A1C6-327DE5A8DEE4}" srcOrd="2" destOrd="0" presId="urn:microsoft.com/office/officeart/2005/8/layout/orgChart1"/>
    <dgm:cxn modelId="{63E934D0-8FC9-4A72-93BB-34B22831BA70}" type="presParOf" srcId="{66939DB6-7200-4F12-9B55-6478AA6FDD39}" destId="{C6F078DF-7D79-49AF-871E-6963CA594920}" srcOrd="2" destOrd="0" presId="urn:microsoft.com/office/officeart/2005/8/layout/orgChart1"/>
    <dgm:cxn modelId="{32BC71FA-B3FC-4D48-9639-496BD037720E}" type="presParOf" srcId="{CABA8776-4A54-46B2-96A2-D6D4B82B4150}" destId="{1537FD68-1A6D-498D-8D70-8A286D003EDE}" srcOrd="2" destOrd="0" presId="urn:microsoft.com/office/officeart/2005/8/layout/orgChart1"/>
    <dgm:cxn modelId="{5DD9BBD8-0D99-41AD-AA33-EF4B95111501}" type="presParOf" srcId="{30436768-49BD-41DF-A76C-6BD737ECBECA}" destId="{87DBC293-2302-4893-ACA0-7902E9091D82}" srcOrd="2" destOrd="0" presId="urn:microsoft.com/office/officeart/2005/8/layout/orgChart1"/>
    <dgm:cxn modelId="{574D66A4-AA14-44AC-B16E-A8091A1CACC0}" type="presParOf" srcId="{A24ACEA3-1518-4E3D-87B2-D469EA54E923}" destId="{84C75A84-198A-4B2D-B012-04DDE43BE8B5}" srcOrd="2" destOrd="0" presId="urn:microsoft.com/office/officeart/2005/8/layout/orgChart1"/>
    <dgm:cxn modelId="{A2454F77-CFD5-4270-9BED-8E4FE337DDE3}" type="presParOf" srcId="{14CD3D2B-3AB4-4646-BB21-7F567F6A9A3B}" destId="{5285C9F0-788F-4FE4-8F8A-07BFE651A144}" srcOrd="2" destOrd="0" presId="urn:microsoft.com/office/officeart/2005/8/layout/orgChart1"/>
    <dgm:cxn modelId="{2FE6FF3C-3A79-42ED-99D2-AD9F99715407}" type="presParOf" srcId="{14CD3D2B-3AB4-4646-BB21-7F567F6A9A3B}" destId="{7B70F40A-91CE-402B-8B0F-CC8F34ED03E4}" srcOrd="3" destOrd="0" presId="urn:microsoft.com/office/officeart/2005/8/layout/orgChart1"/>
    <dgm:cxn modelId="{0A2E351D-2015-402B-AB5D-558B4CE7BEFF}" type="presParOf" srcId="{7B70F40A-91CE-402B-8B0F-CC8F34ED03E4}" destId="{11E0DD70-AB0F-4812-BBCA-5974C097AD0A}" srcOrd="0" destOrd="0" presId="urn:microsoft.com/office/officeart/2005/8/layout/orgChart1"/>
    <dgm:cxn modelId="{0D09397C-7F64-447E-ADA6-EA008790629F}" type="presParOf" srcId="{11E0DD70-AB0F-4812-BBCA-5974C097AD0A}" destId="{4D8AD786-48DE-43CB-93C7-FD50F36256C4}" srcOrd="0" destOrd="0" presId="urn:microsoft.com/office/officeart/2005/8/layout/orgChart1"/>
    <dgm:cxn modelId="{182084E2-41B8-4A4C-B3BD-6E0F761FB494}" type="presParOf" srcId="{11E0DD70-AB0F-4812-BBCA-5974C097AD0A}" destId="{AC1CCE5B-7046-45EB-AF89-F32185C5C307}" srcOrd="1" destOrd="0" presId="urn:microsoft.com/office/officeart/2005/8/layout/orgChart1"/>
    <dgm:cxn modelId="{7F477640-E45B-4EB8-84AF-5BB7D84A5616}" type="presParOf" srcId="{7B70F40A-91CE-402B-8B0F-CC8F34ED03E4}" destId="{DA7612D4-E94C-4297-81D2-15E120C75C32}" srcOrd="1" destOrd="0" presId="urn:microsoft.com/office/officeart/2005/8/layout/orgChart1"/>
    <dgm:cxn modelId="{B2565693-828F-4582-88D1-13D4393A2503}" type="presParOf" srcId="{DA7612D4-E94C-4297-81D2-15E120C75C32}" destId="{AA69D7AD-F72F-4218-99F6-C5408F6CAE19}" srcOrd="0" destOrd="0" presId="urn:microsoft.com/office/officeart/2005/8/layout/orgChart1"/>
    <dgm:cxn modelId="{5D696680-6DA6-4C7D-BF0F-2B8382DF3E7C}" type="presParOf" srcId="{DA7612D4-E94C-4297-81D2-15E120C75C32}" destId="{B7CA9F99-CDF1-4286-A969-1BE7BB68459E}" srcOrd="1" destOrd="0" presId="urn:microsoft.com/office/officeart/2005/8/layout/orgChart1"/>
    <dgm:cxn modelId="{3E40D5ED-6236-41C9-8EC5-E5E571F2D8DC}" type="presParOf" srcId="{B7CA9F99-CDF1-4286-A969-1BE7BB68459E}" destId="{F208D0C2-F5A4-438D-A70C-55BC989E99F3}" srcOrd="0" destOrd="0" presId="urn:microsoft.com/office/officeart/2005/8/layout/orgChart1"/>
    <dgm:cxn modelId="{DAF4D91D-15EA-42EB-89C0-2C2619DFDAEC}" type="presParOf" srcId="{F208D0C2-F5A4-438D-A70C-55BC989E99F3}" destId="{873D4F2A-F653-4056-A397-D778357C3F7F}" srcOrd="0" destOrd="0" presId="urn:microsoft.com/office/officeart/2005/8/layout/orgChart1"/>
    <dgm:cxn modelId="{0B3C3357-C538-4856-9118-DA99108E9D77}" type="presParOf" srcId="{F208D0C2-F5A4-438D-A70C-55BC989E99F3}" destId="{3DD442F2-DBD5-4207-92A5-0A4EFB7EAF6B}" srcOrd="1" destOrd="0" presId="urn:microsoft.com/office/officeart/2005/8/layout/orgChart1"/>
    <dgm:cxn modelId="{00B3245F-E5C1-415F-8841-A5461980ECDB}" type="presParOf" srcId="{B7CA9F99-CDF1-4286-A969-1BE7BB68459E}" destId="{0C06E32C-DCDD-452D-A9C5-34171E8B9AB3}" srcOrd="1" destOrd="0" presId="urn:microsoft.com/office/officeart/2005/8/layout/orgChart1"/>
    <dgm:cxn modelId="{E7E11E63-60A5-4C59-82BE-C047BC3F88AC}" type="presParOf" srcId="{0C06E32C-DCDD-452D-A9C5-34171E8B9AB3}" destId="{563A4D93-0CFD-424D-95E1-089442EF14EA}" srcOrd="0" destOrd="0" presId="urn:microsoft.com/office/officeart/2005/8/layout/orgChart1"/>
    <dgm:cxn modelId="{A965CD70-6500-4443-A065-1598A8CDC506}" type="presParOf" srcId="{0C06E32C-DCDD-452D-A9C5-34171E8B9AB3}" destId="{E68A1A6B-7075-4E4A-B2B6-E49A120A2D55}" srcOrd="1" destOrd="0" presId="urn:microsoft.com/office/officeart/2005/8/layout/orgChart1"/>
    <dgm:cxn modelId="{5C7FC3A3-B333-4BAF-B083-8134F51D61E4}" type="presParOf" srcId="{E68A1A6B-7075-4E4A-B2B6-E49A120A2D55}" destId="{4D3F2573-8783-48A0-A4EB-CCA07F326B73}" srcOrd="0" destOrd="0" presId="urn:microsoft.com/office/officeart/2005/8/layout/orgChart1"/>
    <dgm:cxn modelId="{0BC3F54F-7A19-47B3-8648-9670079EDC18}" type="presParOf" srcId="{4D3F2573-8783-48A0-A4EB-CCA07F326B73}" destId="{739021E2-6B2B-4223-9ACC-A91A6E202EAA}" srcOrd="0" destOrd="0" presId="urn:microsoft.com/office/officeart/2005/8/layout/orgChart1"/>
    <dgm:cxn modelId="{02DF8066-3982-429A-9E63-796604D20BAA}" type="presParOf" srcId="{4D3F2573-8783-48A0-A4EB-CCA07F326B73}" destId="{4E1DBF8C-6005-4B8F-92C6-7537BA232AD4}" srcOrd="1" destOrd="0" presId="urn:microsoft.com/office/officeart/2005/8/layout/orgChart1"/>
    <dgm:cxn modelId="{3D009ACE-AFEE-4458-AED7-E9CE340DB67A}" type="presParOf" srcId="{E68A1A6B-7075-4E4A-B2B6-E49A120A2D55}" destId="{BE68BFAF-0622-4DAD-9BFE-E0BD7203C7CA}" srcOrd="1" destOrd="0" presId="urn:microsoft.com/office/officeart/2005/8/layout/orgChart1"/>
    <dgm:cxn modelId="{A9BEE1F2-AC70-4461-BA9A-1C49B56E839F}" type="presParOf" srcId="{E68A1A6B-7075-4E4A-B2B6-E49A120A2D55}" destId="{410FADA7-5CCA-4A1F-AD57-3A8FF43153B0}" srcOrd="2" destOrd="0" presId="urn:microsoft.com/office/officeart/2005/8/layout/orgChart1"/>
    <dgm:cxn modelId="{5A732472-4DAE-4B5F-8763-6A036C4F61A7}" type="presParOf" srcId="{0C06E32C-DCDD-452D-A9C5-34171E8B9AB3}" destId="{FED4D3BF-55F6-48C4-BD5A-3039426EB4ED}" srcOrd="2" destOrd="0" presId="urn:microsoft.com/office/officeart/2005/8/layout/orgChart1"/>
    <dgm:cxn modelId="{AF089406-ADEE-4389-89E8-480E6C05C8F8}" type="presParOf" srcId="{0C06E32C-DCDD-452D-A9C5-34171E8B9AB3}" destId="{853192AB-16AB-49A3-880A-D9B697116996}" srcOrd="3" destOrd="0" presId="urn:microsoft.com/office/officeart/2005/8/layout/orgChart1"/>
    <dgm:cxn modelId="{F2BAB385-0325-493C-AC5D-F50F451284B9}" type="presParOf" srcId="{853192AB-16AB-49A3-880A-D9B697116996}" destId="{690F8C67-E4B5-4DBA-978B-245091F0D5DC}" srcOrd="0" destOrd="0" presId="urn:microsoft.com/office/officeart/2005/8/layout/orgChart1"/>
    <dgm:cxn modelId="{E2F00B7F-4842-4D92-B73C-48049AF8FD5E}" type="presParOf" srcId="{690F8C67-E4B5-4DBA-978B-245091F0D5DC}" destId="{F6460E43-93C7-4A8D-BAB8-2BC56353092D}" srcOrd="0" destOrd="0" presId="urn:microsoft.com/office/officeart/2005/8/layout/orgChart1"/>
    <dgm:cxn modelId="{AB066147-90FF-4CB5-A3A8-BFD558A2AD4F}" type="presParOf" srcId="{690F8C67-E4B5-4DBA-978B-245091F0D5DC}" destId="{F0BD86ED-B146-4460-B33D-E16C711A5334}" srcOrd="1" destOrd="0" presId="urn:microsoft.com/office/officeart/2005/8/layout/orgChart1"/>
    <dgm:cxn modelId="{C824DED9-161C-4651-B31E-544FC64C96EA}" type="presParOf" srcId="{853192AB-16AB-49A3-880A-D9B697116996}" destId="{124C97D5-29D3-417F-9309-9F50B7DDEF95}" srcOrd="1" destOrd="0" presId="urn:microsoft.com/office/officeart/2005/8/layout/orgChart1"/>
    <dgm:cxn modelId="{55EB18D9-2560-4192-B944-0D60F9A0D2A1}" type="presParOf" srcId="{853192AB-16AB-49A3-880A-D9B697116996}" destId="{08B3E138-20C5-470D-BD25-AF82A94DA1BC}" srcOrd="2" destOrd="0" presId="urn:microsoft.com/office/officeart/2005/8/layout/orgChart1"/>
    <dgm:cxn modelId="{14743B66-7896-45F4-9D01-9C97F061ED0E}" type="presParOf" srcId="{0C06E32C-DCDD-452D-A9C5-34171E8B9AB3}" destId="{3BF442C2-0D42-4955-9E8B-8B5BB2156F3B}" srcOrd="4" destOrd="0" presId="urn:microsoft.com/office/officeart/2005/8/layout/orgChart1"/>
    <dgm:cxn modelId="{7AA045C3-93E6-4F7C-A6DB-B586A7F9DFD0}" type="presParOf" srcId="{0C06E32C-DCDD-452D-A9C5-34171E8B9AB3}" destId="{7ABAE21D-E430-46A2-9398-6B21CB02FC83}" srcOrd="5" destOrd="0" presId="urn:microsoft.com/office/officeart/2005/8/layout/orgChart1"/>
    <dgm:cxn modelId="{0106B0BA-263C-46C4-B67E-D94863989601}" type="presParOf" srcId="{7ABAE21D-E430-46A2-9398-6B21CB02FC83}" destId="{B4CFB23C-A362-470D-8DEC-3A530699A869}" srcOrd="0" destOrd="0" presId="urn:microsoft.com/office/officeart/2005/8/layout/orgChart1"/>
    <dgm:cxn modelId="{9CC0222E-974C-47FD-B32F-EC7CF28D10F6}" type="presParOf" srcId="{B4CFB23C-A362-470D-8DEC-3A530699A869}" destId="{994C32D0-1412-47B9-A5C9-74AF98FAB013}" srcOrd="0" destOrd="0" presId="urn:microsoft.com/office/officeart/2005/8/layout/orgChart1"/>
    <dgm:cxn modelId="{638D1936-6A05-47EB-8BA8-031543E8057A}" type="presParOf" srcId="{B4CFB23C-A362-470D-8DEC-3A530699A869}" destId="{4F0D664D-8292-4E35-BED0-0A92DC653878}" srcOrd="1" destOrd="0" presId="urn:microsoft.com/office/officeart/2005/8/layout/orgChart1"/>
    <dgm:cxn modelId="{5D2F9E51-F460-45BD-86E2-2236A1AA3A6C}" type="presParOf" srcId="{7ABAE21D-E430-46A2-9398-6B21CB02FC83}" destId="{7FEDFA4F-9972-4B0D-B182-0FA60B319852}" srcOrd="1" destOrd="0" presId="urn:microsoft.com/office/officeart/2005/8/layout/orgChart1"/>
    <dgm:cxn modelId="{013A492E-47CD-49C1-A6E0-4105BC37CBEB}" type="presParOf" srcId="{7ABAE21D-E430-46A2-9398-6B21CB02FC83}" destId="{9EB8F1B8-06D8-4391-8A9C-35B1A4B6258B}" srcOrd="2" destOrd="0" presId="urn:microsoft.com/office/officeart/2005/8/layout/orgChart1"/>
    <dgm:cxn modelId="{6D1D42D5-FE85-46AF-B363-040444955881}" type="presParOf" srcId="{B7CA9F99-CDF1-4286-A969-1BE7BB68459E}" destId="{7412CD40-2C8D-4167-B821-2EC5AED5D994}" srcOrd="2" destOrd="0" presId="urn:microsoft.com/office/officeart/2005/8/layout/orgChart1"/>
    <dgm:cxn modelId="{82BA3691-66CA-443F-A1C9-40F46D7610B4}" type="presParOf" srcId="{7B70F40A-91CE-402B-8B0F-CC8F34ED03E4}" destId="{F300776A-C1D0-4980-9598-FF9A483F8183}" srcOrd="2" destOrd="0" presId="urn:microsoft.com/office/officeart/2005/8/layout/orgChart1"/>
    <dgm:cxn modelId="{951CCDF9-FBB5-478B-B973-B227AE89D26A}" type="presParOf" srcId="{B1C736E0-4A3F-49DB-832F-82D6E742DA3A}" destId="{45D25814-E3A6-40BE-8621-3EF24DF43E5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474AFD-4E2B-40B3-AC8A-80EB1544836F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D0ED5FE-7E95-4250-8677-9EC1950AE8A1}">
      <dgm:prSet phldrT="[Text]" custT="1"/>
      <dgm:spPr/>
      <dgm:t>
        <a:bodyPr/>
        <a:lstStyle/>
        <a:p>
          <a:r>
            <a:rPr lang="en-US" sz="1100" dirty="0"/>
            <a:t>Car won’t start</a:t>
          </a:r>
        </a:p>
      </dgm:t>
    </dgm:pt>
    <dgm:pt modelId="{6CF3C4E9-FDC6-4F46-B5E3-8EA57AA9FAAE}" type="parTrans" cxnId="{306E1505-25CC-4621-9CEB-8E9A836B6A96}">
      <dgm:prSet/>
      <dgm:spPr/>
      <dgm:t>
        <a:bodyPr/>
        <a:lstStyle/>
        <a:p>
          <a:endParaRPr lang="en-US" sz="1100"/>
        </a:p>
      </dgm:t>
    </dgm:pt>
    <dgm:pt modelId="{3FD7FD21-4532-4C79-8465-1FA3FBCB81ED}" type="sibTrans" cxnId="{306E1505-25CC-4621-9CEB-8E9A836B6A96}">
      <dgm:prSet/>
      <dgm:spPr/>
      <dgm:t>
        <a:bodyPr/>
        <a:lstStyle/>
        <a:p>
          <a:endParaRPr lang="en-US" sz="1100"/>
        </a:p>
      </dgm:t>
    </dgm:pt>
    <dgm:pt modelId="{76B35F3C-3E89-45D3-A712-7871D0C48619}">
      <dgm:prSet phldrT="[Text]" custT="1"/>
      <dgm:spPr>
        <a:solidFill>
          <a:srgbClr val="FFFF00"/>
        </a:solidFill>
        <a:ln>
          <a:solidFill>
            <a:srgbClr val="FF0000"/>
          </a:solidFill>
        </a:ln>
      </dgm:spPr>
      <dgm:t>
        <a:bodyPr/>
        <a:lstStyle/>
        <a:p>
          <a:r>
            <a:rPr lang="en-US" sz="1100" dirty="0"/>
            <a:t>The battery is dead</a:t>
          </a:r>
        </a:p>
      </dgm:t>
    </dgm:pt>
    <dgm:pt modelId="{BDA7F1B3-82F8-4C6E-8BCB-9B9A721AE341}" type="parTrans" cxnId="{00B15D09-6AAC-4755-85BC-4E5F09F087AE}">
      <dgm:prSet/>
      <dgm:spPr/>
      <dgm:t>
        <a:bodyPr/>
        <a:lstStyle/>
        <a:p>
          <a:endParaRPr lang="en-US" sz="1100"/>
        </a:p>
      </dgm:t>
    </dgm:pt>
    <dgm:pt modelId="{0B5BAB1D-771E-4306-A56D-A92A21A28F23}" type="sibTrans" cxnId="{00B15D09-6AAC-4755-85BC-4E5F09F087AE}">
      <dgm:prSet/>
      <dgm:spPr/>
      <dgm:t>
        <a:bodyPr/>
        <a:lstStyle/>
        <a:p>
          <a:endParaRPr lang="en-US" sz="1100"/>
        </a:p>
      </dgm:t>
    </dgm:pt>
    <dgm:pt modelId="{65C30178-CD72-48CB-B6CA-76333EA0C2F7}">
      <dgm:prSet phldrT="[Text]" custT="1"/>
      <dgm:spPr/>
      <dgm:t>
        <a:bodyPr/>
        <a:lstStyle/>
        <a:p>
          <a:r>
            <a:rPr lang="en-US" sz="1100" dirty="0"/>
            <a:t>The headlights were left on overnight</a:t>
          </a:r>
        </a:p>
      </dgm:t>
    </dgm:pt>
    <dgm:pt modelId="{624D0C9F-2717-4EE5-A196-C8209F059883}" type="parTrans" cxnId="{F076D2AF-22F4-4E64-B4D8-51389935316C}">
      <dgm:prSet/>
      <dgm:spPr/>
      <dgm:t>
        <a:bodyPr/>
        <a:lstStyle/>
        <a:p>
          <a:endParaRPr lang="en-US"/>
        </a:p>
      </dgm:t>
    </dgm:pt>
    <dgm:pt modelId="{97C35BA1-11CA-4B77-8D19-9852F82375CF}" type="sibTrans" cxnId="{F076D2AF-22F4-4E64-B4D8-51389935316C}">
      <dgm:prSet/>
      <dgm:spPr/>
      <dgm:t>
        <a:bodyPr/>
        <a:lstStyle/>
        <a:p>
          <a:endParaRPr lang="en-US"/>
        </a:p>
      </dgm:t>
    </dgm:pt>
    <dgm:pt modelId="{F51B3FC2-E17B-4575-B73C-20FE1C4CBF55}">
      <dgm:prSet phldrT="[Text]" custT="1"/>
      <dgm:spPr/>
      <dgm:t>
        <a:bodyPr/>
        <a:lstStyle/>
        <a:p>
          <a:r>
            <a:rPr lang="en-US" sz="1100" dirty="0"/>
            <a:t>The automatic shut-off feature didn’t work</a:t>
          </a:r>
        </a:p>
      </dgm:t>
    </dgm:pt>
    <dgm:pt modelId="{545CB35A-7066-45D2-9BFD-08CBA9F45D72}" type="parTrans" cxnId="{7E4665ED-F78E-46C2-8FAF-CB86945B190E}">
      <dgm:prSet/>
      <dgm:spPr/>
      <dgm:t>
        <a:bodyPr/>
        <a:lstStyle/>
        <a:p>
          <a:endParaRPr lang="en-US"/>
        </a:p>
      </dgm:t>
    </dgm:pt>
    <dgm:pt modelId="{993223AB-3F70-433D-9A66-6C150E6EF558}" type="sibTrans" cxnId="{7E4665ED-F78E-46C2-8FAF-CB86945B190E}">
      <dgm:prSet/>
      <dgm:spPr/>
      <dgm:t>
        <a:bodyPr/>
        <a:lstStyle/>
        <a:p>
          <a:endParaRPr lang="en-US"/>
        </a:p>
      </dgm:t>
    </dgm:pt>
    <dgm:pt modelId="{3E390511-0AF3-499F-A305-DDFB8B8CE5EC}">
      <dgm:prSet phldrT="[Text]" custT="1"/>
      <dgm:spPr>
        <a:solidFill>
          <a:srgbClr val="FFFF00"/>
        </a:solidFill>
        <a:ln>
          <a:solidFill>
            <a:srgbClr val="FF0000"/>
          </a:solidFill>
        </a:ln>
      </dgm:spPr>
      <dgm:t>
        <a:bodyPr/>
        <a:lstStyle/>
        <a:p>
          <a:r>
            <a:rPr lang="en-US" sz="1100" dirty="0"/>
            <a:t>The sensor faulty</a:t>
          </a:r>
        </a:p>
      </dgm:t>
    </dgm:pt>
    <dgm:pt modelId="{435CE7CF-BE59-4505-A0E7-0EBC8BBA1214}" type="parTrans" cxnId="{B24BCD7B-F4AE-4C71-879E-06157F709A87}">
      <dgm:prSet/>
      <dgm:spPr/>
      <dgm:t>
        <a:bodyPr/>
        <a:lstStyle/>
        <a:p>
          <a:endParaRPr lang="en-US"/>
        </a:p>
      </dgm:t>
    </dgm:pt>
    <dgm:pt modelId="{C021F919-2F6E-4E76-9E8D-0848A425304A}" type="sibTrans" cxnId="{B24BCD7B-F4AE-4C71-879E-06157F709A87}">
      <dgm:prSet/>
      <dgm:spPr/>
      <dgm:t>
        <a:bodyPr/>
        <a:lstStyle/>
        <a:p>
          <a:endParaRPr lang="en-US"/>
        </a:p>
      </dgm:t>
    </dgm:pt>
    <dgm:pt modelId="{9ADBC6C6-676A-46BF-B8CD-3C5C5A77CC7F}">
      <dgm:prSet phldrT="[Text]" custT="1"/>
      <dgm:spPr>
        <a:solidFill>
          <a:srgbClr val="FFFF00"/>
        </a:solidFill>
        <a:ln>
          <a:solidFill>
            <a:srgbClr val="FF0000"/>
          </a:solidFill>
        </a:ln>
      </dgm:spPr>
      <dgm:t>
        <a:bodyPr/>
        <a:lstStyle/>
        <a:p>
          <a:r>
            <a:rPr lang="en-US" sz="1100" dirty="0"/>
            <a:t>No replace new one even showing signs of wear</a:t>
          </a:r>
        </a:p>
      </dgm:t>
    </dgm:pt>
    <dgm:pt modelId="{774119AE-DDB3-4D52-96FA-AB6F1614C17D}" type="sibTrans" cxnId="{C5EF6415-CE90-4912-A206-830AE9D06A6F}">
      <dgm:prSet/>
      <dgm:spPr/>
      <dgm:t>
        <a:bodyPr/>
        <a:lstStyle/>
        <a:p>
          <a:endParaRPr lang="en-US"/>
        </a:p>
      </dgm:t>
    </dgm:pt>
    <dgm:pt modelId="{BEFB9490-FA8F-40F6-AC1F-7E452E0E349F}" type="parTrans" cxnId="{C5EF6415-CE90-4912-A206-830AE9D06A6F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7CACD619-3534-4799-A56B-7BCE8469786D}">
      <dgm:prSet custT="1"/>
      <dgm:spPr>
        <a:solidFill>
          <a:srgbClr val="FFFF00"/>
        </a:solidFill>
        <a:ln>
          <a:solidFill>
            <a:srgbClr val="FF0000"/>
          </a:solidFill>
        </a:ln>
      </dgm:spPr>
      <dgm:t>
        <a:bodyPr/>
        <a:lstStyle/>
        <a:p>
          <a:r>
            <a:rPr lang="en-US" sz="1100" dirty="0"/>
            <a:t>Driver forgot to turn them off</a:t>
          </a:r>
        </a:p>
      </dgm:t>
    </dgm:pt>
    <dgm:pt modelId="{CFF4448E-93CA-4B9D-9878-4C2A15711E62}" type="parTrans" cxnId="{0048B8A2-BAA9-4A23-A017-BD7FF8065BA6}">
      <dgm:prSet/>
      <dgm:spPr/>
      <dgm:t>
        <a:bodyPr/>
        <a:lstStyle/>
        <a:p>
          <a:endParaRPr lang="en-US"/>
        </a:p>
      </dgm:t>
    </dgm:pt>
    <dgm:pt modelId="{F9939943-DA5E-4553-94A5-2369025C6F14}" type="sibTrans" cxnId="{0048B8A2-BAA9-4A23-A017-BD7FF8065BA6}">
      <dgm:prSet/>
      <dgm:spPr/>
      <dgm:t>
        <a:bodyPr/>
        <a:lstStyle/>
        <a:p>
          <a:endParaRPr lang="en-US"/>
        </a:p>
      </dgm:t>
    </dgm:pt>
    <dgm:pt modelId="{BB1E0B18-3C5B-4487-A8ED-315B6212DB60}">
      <dgm:prSet phldrT="[Text]" custT="1"/>
      <dgm:spPr/>
      <dgm:t>
        <a:bodyPr/>
        <a:lstStyle/>
        <a:p>
          <a:r>
            <a:rPr lang="en-US" sz="1200" dirty="0"/>
            <a:t>They were in a hurry</a:t>
          </a:r>
        </a:p>
      </dgm:t>
    </dgm:pt>
    <dgm:pt modelId="{B2285593-2479-4FF1-B5BA-BB27D7B5B0D2}" type="parTrans" cxnId="{AD93927C-C281-4584-97DB-FBDA211AEA0E}">
      <dgm:prSet/>
      <dgm:spPr/>
      <dgm:t>
        <a:bodyPr/>
        <a:lstStyle/>
        <a:p>
          <a:endParaRPr lang="en-US"/>
        </a:p>
      </dgm:t>
    </dgm:pt>
    <dgm:pt modelId="{7EFEA110-0B19-48B0-A25F-939815AD0A81}" type="sibTrans" cxnId="{AD93927C-C281-4584-97DB-FBDA211AEA0E}">
      <dgm:prSet/>
      <dgm:spPr/>
      <dgm:t>
        <a:bodyPr/>
        <a:lstStyle/>
        <a:p>
          <a:endParaRPr lang="en-US"/>
        </a:p>
      </dgm:t>
    </dgm:pt>
    <dgm:pt modelId="{BCDE3FE2-9C36-4D19-ACD5-FA5A3CE4CC0F}">
      <dgm:prSet phldrT="[Text]" custT="1"/>
      <dgm:spPr/>
      <dgm:t>
        <a:bodyPr/>
        <a:lstStyle/>
        <a:p>
          <a:r>
            <a:rPr lang="en-US" sz="1100" dirty="0"/>
            <a:t>They were running late for appointment</a:t>
          </a:r>
        </a:p>
      </dgm:t>
    </dgm:pt>
    <dgm:pt modelId="{5705B25C-A460-4A0A-9D94-3CDF3ABE3F4C}" type="parTrans" cxnId="{FB6BD1F4-9238-459A-BBA0-6EAB4B6DE64B}">
      <dgm:prSet/>
      <dgm:spPr/>
      <dgm:t>
        <a:bodyPr/>
        <a:lstStyle/>
        <a:p>
          <a:endParaRPr lang="en-US"/>
        </a:p>
      </dgm:t>
    </dgm:pt>
    <dgm:pt modelId="{075363CD-84D0-404F-AA17-AEEDF71B2E93}" type="sibTrans" cxnId="{FB6BD1F4-9238-459A-BBA0-6EAB4B6DE64B}">
      <dgm:prSet/>
      <dgm:spPr/>
      <dgm:t>
        <a:bodyPr/>
        <a:lstStyle/>
        <a:p>
          <a:endParaRPr lang="en-US"/>
        </a:p>
      </dgm:t>
    </dgm:pt>
    <dgm:pt modelId="{CDBC6E98-F188-496C-A848-1E799ED79DE2}" type="pres">
      <dgm:prSet presAssocID="{41474AFD-4E2B-40B3-AC8A-80EB1544836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1C736E0-4A3F-49DB-832F-82D6E742DA3A}" type="pres">
      <dgm:prSet presAssocID="{5D0ED5FE-7E95-4250-8677-9EC1950AE8A1}" presName="hierRoot1" presStyleCnt="0">
        <dgm:presLayoutVars>
          <dgm:hierBranch val="init"/>
        </dgm:presLayoutVars>
      </dgm:prSet>
      <dgm:spPr/>
    </dgm:pt>
    <dgm:pt modelId="{E1849E25-D6DE-4DE7-A150-A38A20E273DA}" type="pres">
      <dgm:prSet presAssocID="{5D0ED5FE-7E95-4250-8677-9EC1950AE8A1}" presName="rootComposite1" presStyleCnt="0"/>
      <dgm:spPr/>
    </dgm:pt>
    <dgm:pt modelId="{9EFBAD96-9A2F-49A5-9E11-7BBBF856557D}" type="pres">
      <dgm:prSet presAssocID="{5D0ED5FE-7E95-4250-8677-9EC1950AE8A1}" presName="rootText1" presStyleLbl="node0" presStyleIdx="0" presStyleCnt="3" custLinFactNeighborX="-208" custLinFactNeighborY="-586">
        <dgm:presLayoutVars>
          <dgm:chPref val="3"/>
        </dgm:presLayoutVars>
      </dgm:prSet>
      <dgm:spPr/>
    </dgm:pt>
    <dgm:pt modelId="{750F3F54-A2AD-4A77-A848-89A056AA32A0}" type="pres">
      <dgm:prSet presAssocID="{5D0ED5FE-7E95-4250-8677-9EC1950AE8A1}" presName="rootConnector1" presStyleLbl="node1" presStyleIdx="0" presStyleCnt="0"/>
      <dgm:spPr/>
    </dgm:pt>
    <dgm:pt modelId="{14CD3D2B-3AB4-4646-BB21-7F567F6A9A3B}" type="pres">
      <dgm:prSet presAssocID="{5D0ED5FE-7E95-4250-8677-9EC1950AE8A1}" presName="hierChild2" presStyleCnt="0"/>
      <dgm:spPr/>
    </dgm:pt>
    <dgm:pt modelId="{5A256C76-518B-45F9-9EA0-3F02778912FA}" type="pres">
      <dgm:prSet presAssocID="{BDA7F1B3-82F8-4C6E-8BCB-9B9A721AE341}" presName="Name37" presStyleLbl="parChTrans1D2" presStyleIdx="0" presStyleCnt="1"/>
      <dgm:spPr/>
    </dgm:pt>
    <dgm:pt modelId="{A24ACEA3-1518-4E3D-87B2-D469EA54E923}" type="pres">
      <dgm:prSet presAssocID="{76B35F3C-3E89-45D3-A712-7871D0C48619}" presName="hierRoot2" presStyleCnt="0">
        <dgm:presLayoutVars>
          <dgm:hierBranch/>
        </dgm:presLayoutVars>
      </dgm:prSet>
      <dgm:spPr/>
    </dgm:pt>
    <dgm:pt modelId="{1F4D5B67-D36D-480A-895F-3F3DC5DEB85C}" type="pres">
      <dgm:prSet presAssocID="{76B35F3C-3E89-45D3-A712-7871D0C48619}" presName="rootComposite" presStyleCnt="0"/>
      <dgm:spPr/>
    </dgm:pt>
    <dgm:pt modelId="{8FE6C161-384A-49C2-8E05-D34E4A719C3D}" type="pres">
      <dgm:prSet presAssocID="{76B35F3C-3E89-45D3-A712-7871D0C48619}" presName="rootText" presStyleLbl="node2" presStyleIdx="0" presStyleCnt="1">
        <dgm:presLayoutVars>
          <dgm:chPref val="3"/>
        </dgm:presLayoutVars>
      </dgm:prSet>
      <dgm:spPr/>
    </dgm:pt>
    <dgm:pt modelId="{26AC3CC7-DD1F-4343-8043-9D2EF37EEB56}" type="pres">
      <dgm:prSet presAssocID="{76B35F3C-3E89-45D3-A712-7871D0C48619}" presName="rootConnector" presStyleLbl="node2" presStyleIdx="0" presStyleCnt="1"/>
      <dgm:spPr/>
    </dgm:pt>
    <dgm:pt modelId="{9BA0AA6E-A406-4E22-BAFC-6D960E1A509D}" type="pres">
      <dgm:prSet presAssocID="{76B35F3C-3E89-45D3-A712-7871D0C48619}" presName="hierChild4" presStyleCnt="0"/>
      <dgm:spPr/>
    </dgm:pt>
    <dgm:pt modelId="{93292C31-F646-498B-A8F5-5E2E6F492F55}" type="pres">
      <dgm:prSet presAssocID="{624D0C9F-2717-4EE5-A196-C8209F059883}" presName="Name35" presStyleLbl="parChTrans1D3" presStyleIdx="0" presStyleCnt="1"/>
      <dgm:spPr/>
    </dgm:pt>
    <dgm:pt modelId="{30436768-49BD-41DF-A76C-6BD737ECBECA}" type="pres">
      <dgm:prSet presAssocID="{65C30178-CD72-48CB-B6CA-76333EA0C2F7}" presName="hierRoot2" presStyleCnt="0">
        <dgm:presLayoutVars>
          <dgm:hierBranch/>
        </dgm:presLayoutVars>
      </dgm:prSet>
      <dgm:spPr/>
    </dgm:pt>
    <dgm:pt modelId="{1CFA4F79-3578-423C-9C32-D91F6B508678}" type="pres">
      <dgm:prSet presAssocID="{65C30178-CD72-48CB-B6CA-76333EA0C2F7}" presName="rootComposite" presStyleCnt="0"/>
      <dgm:spPr/>
    </dgm:pt>
    <dgm:pt modelId="{E15F2E3C-3E72-4BC2-BA53-716CDAFD0D01}" type="pres">
      <dgm:prSet presAssocID="{65C30178-CD72-48CB-B6CA-76333EA0C2F7}" presName="rootText" presStyleLbl="node3" presStyleIdx="0" presStyleCnt="1">
        <dgm:presLayoutVars>
          <dgm:chPref val="3"/>
        </dgm:presLayoutVars>
      </dgm:prSet>
      <dgm:spPr/>
    </dgm:pt>
    <dgm:pt modelId="{B73AC966-C090-4090-9F26-24932961D828}" type="pres">
      <dgm:prSet presAssocID="{65C30178-CD72-48CB-B6CA-76333EA0C2F7}" presName="rootConnector" presStyleLbl="node3" presStyleIdx="0" presStyleCnt="1"/>
      <dgm:spPr/>
    </dgm:pt>
    <dgm:pt modelId="{183FBA86-E0B5-4CDD-9BFA-4832D5E00AAA}" type="pres">
      <dgm:prSet presAssocID="{65C30178-CD72-48CB-B6CA-76333EA0C2F7}" presName="hierChild4" presStyleCnt="0"/>
      <dgm:spPr/>
    </dgm:pt>
    <dgm:pt modelId="{B7AC44D2-1590-4FFB-A25C-04E1BEA039E1}" type="pres">
      <dgm:prSet presAssocID="{545CB35A-7066-45D2-9BFD-08CBA9F45D72}" presName="Name35" presStyleLbl="parChTrans1D4" presStyleIdx="0" presStyleCnt="4"/>
      <dgm:spPr/>
    </dgm:pt>
    <dgm:pt modelId="{CABA8776-4A54-46B2-96A2-D6D4B82B4150}" type="pres">
      <dgm:prSet presAssocID="{F51B3FC2-E17B-4575-B73C-20FE1C4CBF55}" presName="hierRoot2" presStyleCnt="0">
        <dgm:presLayoutVars>
          <dgm:hierBranch/>
        </dgm:presLayoutVars>
      </dgm:prSet>
      <dgm:spPr/>
    </dgm:pt>
    <dgm:pt modelId="{9BE0C8B5-0AB6-4174-8916-7909E4A1C2AD}" type="pres">
      <dgm:prSet presAssocID="{F51B3FC2-E17B-4575-B73C-20FE1C4CBF55}" presName="rootComposite" presStyleCnt="0"/>
      <dgm:spPr/>
    </dgm:pt>
    <dgm:pt modelId="{A1D011E8-F0EE-4668-8F0B-5D8D5A2498A1}" type="pres">
      <dgm:prSet presAssocID="{F51B3FC2-E17B-4575-B73C-20FE1C4CBF55}" presName="rootText" presStyleLbl="node4" presStyleIdx="0" presStyleCnt="4">
        <dgm:presLayoutVars>
          <dgm:chPref val="3"/>
        </dgm:presLayoutVars>
      </dgm:prSet>
      <dgm:spPr/>
    </dgm:pt>
    <dgm:pt modelId="{CB4B23C8-4211-4E0E-A2B3-9377CFE5193C}" type="pres">
      <dgm:prSet presAssocID="{F51B3FC2-E17B-4575-B73C-20FE1C4CBF55}" presName="rootConnector" presStyleLbl="node4" presStyleIdx="0" presStyleCnt="4"/>
      <dgm:spPr/>
    </dgm:pt>
    <dgm:pt modelId="{C8B886B0-4DF9-4B02-913E-8703EE35AD89}" type="pres">
      <dgm:prSet presAssocID="{F51B3FC2-E17B-4575-B73C-20FE1C4CBF55}" presName="hierChild4" presStyleCnt="0"/>
      <dgm:spPr/>
    </dgm:pt>
    <dgm:pt modelId="{D8339B72-A651-46BC-BD3B-A2BF0C716824}" type="pres">
      <dgm:prSet presAssocID="{435CE7CF-BE59-4505-A0E7-0EBC8BBA1214}" presName="Name35" presStyleLbl="parChTrans1D4" presStyleIdx="1" presStyleCnt="4"/>
      <dgm:spPr/>
    </dgm:pt>
    <dgm:pt modelId="{66939DB6-7200-4F12-9B55-6478AA6FDD39}" type="pres">
      <dgm:prSet presAssocID="{3E390511-0AF3-499F-A305-DDFB8B8CE5EC}" presName="hierRoot2" presStyleCnt="0">
        <dgm:presLayoutVars>
          <dgm:hierBranch val="init"/>
        </dgm:presLayoutVars>
      </dgm:prSet>
      <dgm:spPr/>
    </dgm:pt>
    <dgm:pt modelId="{FF3B3EDD-EF01-4352-8F78-781318BA5F29}" type="pres">
      <dgm:prSet presAssocID="{3E390511-0AF3-499F-A305-DDFB8B8CE5EC}" presName="rootComposite" presStyleCnt="0"/>
      <dgm:spPr/>
    </dgm:pt>
    <dgm:pt modelId="{04E59E5A-2EB9-4330-BB8D-E964E321D56D}" type="pres">
      <dgm:prSet presAssocID="{3E390511-0AF3-499F-A305-DDFB8B8CE5EC}" presName="rootText" presStyleLbl="node4" presStyleIdx="1" presStyleCnt="4" custScaleY="108541">
        <dgm:presLayoutVars>
          <dgm:chPref val="3"/>
        </dgm:presLayoutVars>
      </dgm:prSet>
      <dgm:spPr/>
    </dgm:pt>
    <dgm:pt modelId="{B7D56EC7-3EB2-4083-A470-2D68B138E00D}" type="pres">
      <dgm:prSet presAssocID="{3E390511-0AF3-499F-A305-DDFB8B8CE5EC}" presName="rootConnector" presStyleLbl="node4" presStyleIdx="1" presStyleCnt="4"/>
      <dgm:spPr/>
    </dgm:pt>
    <dgm:pt modelId="{BFC845C6-20EB-465A-B5C8-C398CA8E2593}" type="pres">
      <dgm:prSet presAssocID="{3E390511-0AF3-499F-A305-DDFB8B8CE5EC}" presName="hierChild4" presStyleCnt="0"/>
      <dgm:spPr/>
    </dgm:pt>
    <dgm:pt modelId="{18D1E570-9DA3-42DB-9E6D-1E20D68FA7B2}" type="pres">
      <dgm:prSet presAssocID="{BEFB9490-FA8F-40F6-AC1F-7E452E0E349F}" presName="Name37" presStyleLbl="parChTrans1D4" presStyleIdx="2" presStyleCnt="4"/>
      <dgm:spPr/>
    </dgm:pt>
    <dgm:pt modelId="{E8732516-E8C2-4893-A739-FFA116FF132A}" type="pres">
      <dgm:prSet presAssocID="{9ADBC6C6-676A-46BF-B8CD-3C5C5A77CC7F}" presName="hierRoot2" presStyleCnt="0">
        <dgm:presLayoutVars>
          <dgm:hierBranch val="r"/>
        </dgm:presLayoutVars>
      </dgm:prSet>
      <dgm:spPr/>
    </dgm:pt>
    <dgm:pt modelId="{55CC0D42-7118-4CD7-B617-BA329C676038}" type="pres">
      <dgm:prSet presAssocID="{9ADBC6C6-676A-46BF-B8CD-3C5C5A77CC7F}" presName="rootComposite" presStyleCnt="0"/>
      <dgm:spPr/>
    </dgm:pt>
    <dgm:pt modelId="{476D2A70-1347-4FE0-A8E8-DAE7339946E5}" type="pres">
      <dgm:prSet presAssocID="{9ADBC6C6-676A-46BF-B8CD-3C5C5A77CC7F}" presName="rootText" presStyleLbl="node4" presStyleIdx="2" presStyleCnt="4" custLinFactNeighborX="-23054" custLinFactNeighborY="1192">
        <dgm:presLayoutVars>
          <dgm:chPref val="3"/>
        </dgm:presLayoutVars>
      </dgm:prSet>
      <dgm:spPr/>
    </dgm:pt>
    <dgm:pt modelId="{302C073B-AFD5-49DE-9252-B61A4018DC55}" type="pres">
      <dgm:prSet presAssocID="{9ADBC6C6-676A-46BF-B8CD-3C5C5A77CC7F}" presName="rootConnector" presStyleLbl="node4" presStyleIdx="2" presStyleCnt="4"/>
      <dgm:spPr/>
    </dgm:pt>
    <dgm:pt modelId="{70AC186F-9DED-4411-858A-05A7A6D5C81F}" type="pres">
      <dgm:prSet presAssocID="{9ADBC6C6-676A-46BF-B8CD-3C5C5A77CC7F}" presName="hierChild4" presStyleCnt="0"/>
      <dgm:spPr/>
    </dgm:pt>
    <dgm:pt modelId="{667B9034-A9E7-4F83-A1C6-327DE5A8DEE4}" type="pres">
      <dgm:prSet presAssocID="{9ADBC6C6-676A-46BF-B8CD-3C5C5A77CC7F}" presName="hierChild5" presStyleCnt="0"/>
      <dgm:spPr/>
    </dgm:pt>
    <dgm:pt modelId="{C6F078DF-7D79-49AF-871E-6963CA594920}" type="pres">
      <dgm:prSet presAssocID="{3E390511-0AF3-499F-A305-DDFB8B8CE5EC}" presName="hierChild5" presStyleCnt="0"/>
      <dgm:spPr/>
    </dgm:pt>
    <dgm:pt modelId="{1537FD68-1A6D-498D-8D70-8A286D003EDE}" type="pres">
      <dgm:prSet presAssocID="{F51B3FC2-E17B-4575-B73C-20FE1C4CBF55}" presName="hierChild5" presStyleCnt="0"/>
      <dgm:spPr/>
    </dgm:pt>
    <dgm:pt modelId="{C1EF8473-C1A1-4942-AD28-2C40C4660526}" type="pres">
      <dgm:prSet presAssocID="{CFF4448E-93CA-4B9D-9878-4C2A15711E62}" presName="Name35" presStyleLbl="parChTrans1D4" presStyleIdx="3" presStyleCnt="4"/>
      <dgm:spPr/>
    </dgm:pt>
    <dgm:pt modelId="{13505D89-3B71-400A-8FF1-425B0CC4BFA7}" type="pres">
      <dgm:prSet presAssocID="{7CACD619-3534-4799-A56B-7BCE8469786D}" presName="hierRoot2" presStyleCnt="0">
        <dgm:presLayoutVars>
          <dgm:hierBranch val="init"/>
        </dgm:presLayoutVars>
      </dgm:prSet>
      <dgm:spPr/>
    </dgm:pt>
    <dgm:pt modelId="{CE11125D-14E0-4D1F-82CE-138AB4C9467A}" type="pres">
      <dgm:prSet presAssocID="{7CACD619-3534-4799-A56B-7BCE8469786D}" presName="rootComposite" presStyleCnt="0"/>
      <dgm:spPr/>
    </dgm:pt>
    <dgm:pt modelId="{5231247A-ACAD-48DC-9D12-C40825BE93BE}" type="pres">
      <dgm:prSet presAssocID="{7CACD619-3534-4799-A56B-7BCE8469786D}" presName="rootText" presStyleLbl="node4" presStyleIdx="3" presStyleCnt="4">
        <dgm:presLayoutVars>
          <dgm:chPref val="3"/>
        </dgm:presLayoutVars>
      </dgm:prSet>
      <dgm:spPr/>
    </dgm:pt>
    <dgm:pt modelId="{AEAC4E38-8752-41AA-A6E0-413FA61D3B3A}" type="pres">
      <dgm:prSet presAssocID="{7CACD619-3534-4799-A56B-7BCE8469786D}" presName="rootConnector" presStyleLbl="node4" presStyleIdx="3" presStyleCnt="4"/>
      <dgm:spPr/>
    </dgm:pt>
    <dgm:pt modelId="{748F20A2-2E48-4A9D-97C7-0694B6B95F2E}" type="pres">
      <dgm:prSet presAssocID="{7CACD619-3534-4799-A56B-7BCE8469786D}" presName="hierChild4" presStyleCnt="0"/>
      <dgm:spPr/>
    </dgm:pt>
    <dgm:pt modelId="{A7AA80EC-1F84-41C8-822A-87A8AEA87410}" type="pres">
      <dgm:prSet presAssocID="{7CACD619-3534-4799-A56B-7BCE8469786D}" presName="hierChild5" presStyleCnt="0"/>
      <dgm:spPr/>
    </dgm:pt>
    <dgm:pt modelId="{87DBC293-2302-4893-ACA0-7902E9091D82}" type="pres">
      <dgm:prSet presAssocID="{65C30178-CD72-48CB-B6CA-76333EA0C2F7}" presName="hierChild5" presStyleCnt="0"/>
      <dgm:spPr/>
    </dgm:pt>
    <dgm:pt modelId="{84C75A84-198A-4B2D-B012-04DDE43BE8B5}" type="pres">
      <dgm:prSet presAssocID="{76B35F3C-3E89-45D3-A712-7871D0C48619}" presName="hierChild5" presStyleCnt="0"/>
      <dgm:spPr/>
    </dgm:pt>
    <dgm:pt modelId="{45D25814-E3A6-40BE-8621-3EF24DF43E5B}" type="pres">
      <dgm:prSet presAssocID="{5D0ED5FE-7E95-4250-8677-9EC1950AE8A1}" presName="hierChild3" presStyleCnt="0"/>
      <dgm:spPr/>
    </dgm:pt>
    <dgm:pt modelId="{B8287E60-69AF-45F1-9116-BE155BE44005}" type="pres">
      <dgm:prSet presAssocID="{BB1E0B18-3C5B-4487-A8ED-315B6212DB60}" presName="hierRoot1" presStyleCnt="0">
        <dgm:presLayoutVars>
          <dgm:hierBranch val="init"/>
        </dgm:presLayoutVars>
      </dgm:prSet>
      <dgm:spPr/>
    </dgm:pt>
    <dgm:pt modelId="{187E7336-6BAE-4E11-89D1-33ABA8D84C51}" type="pres">
      <dgm:prSet presAssocID="{BB1E0B18-3C5B-4487-A8ED-315B6212DB60}" presName="rootComposite1" presStyleCnt="0"/>
      <dgm:spPr/>
    </dgm:pt>
    <dgm:pt modelId="{849A4C95-28EF-486F-925E-E89E8082FAFB}" type="pres">
      <dgm:prSet presAssocID="{BB1E0B18-3C5B-4487-A8ED-315B6212DB60}" presName="rootText1" presStyleLbl="node0" presStyleIdx="1" presStyleCnt="3" custScaleX="95288" custScaleY="108541" custLinFactY="266199" custLinFactNeighborX="-55753" custLinFactNeighborY="300000">
        <dgm:presLayoutVars>
          <dgm:chPref val="3"/>
        </dgm:presLayoutVars>
      </dgm:prSet>
      <dgm:spPr/>
    </dgm:pt>
    <dgm:pt modelId="{FCCE8800-8597-42CB-8CFE-D5E655EC9FA6}" type="pres">
      <dgm:prSet presAssocID="{BB1E0B18-3C5B-4487-A8ED-315B6212DB60}" presName="rootConnector1" presStyleLbl="node1" presStyleIdx="0" presStyleCnt="0"/>
      <dgm:spPr/>
    </dgm:pt>
    <dgm:pt modelId="{BC0CFE38-F828-4AEF-BC1E-0724E3DE71A4}" type="pres">
      <dgm:prSet presAssocID="{BB1E0B18-3C5B-4487-A8ED-315B6212DB60}" presName="hierChild2" presStyleCnt="0"/>
      <dgm:spPr/>
    </dgm:pt>
    <dgm:pt modelId="{8E212698-0508-4D3A-BA94-950922B728FF}" type="pres">
      <dgm:prSet presAssocID="{BB1E0B18-3C5B-4487-A8ED-315B6212DB60}" presName="hierChild3" presStyleCnt="0"/>
      <dgm:spPr/>
    </dgm:pt>
    <dgm:pt modelId="{050607F0-B0BD-4BBB-B3FC-7A58027CC269}" type="pres">
      <dgm:prSet presAssocID="{BCDE3FE2-9C36-4D19-ACD5-FA5A3CE4CC0F}" presName="hierRoot1" presStyleCnt="0">
        <dgm:presLayoutVars>
          <dgm:hierBranch val="init"/>
        </dgm:presLayoutVars>
      </dgm:prSet>
      <dgm:spPr/>
    </dgm:pt>
    <dgm:pt modelId="{DC0907D6-3127-41B1-8630-18E600B0559D}" type="pres">
      <dgm:prSet presAssocID="{BCDE3FE2-9C36-4D19-ACD5-FA5A3CE4CC0F}" presName="rootComposite1" presStyleCnt="0"/>
      <dgm:spPr/>
    </dgm:pt>
    <dgm:pt modelId="{C441C905-82AF-4883-84B4-3490C44FD76A}" type="pres">
      <dgm:prSet presAssocID="{BCDE3FE2-9C36-4D19-ACD5-FA5A3CE4CC0F}" presName="rootText1" presStyleLbl="node0" presStyleIdx="2" presStyleCnt="3" custScaleX="95288" custScaleY="78033" custLinFactX="-69886" custLinFactY="325840" custLinFactNeighborX="-100000" custLinFactNeighborY="400000">
        <dgm:presLayoutVars>
          <dgm:chPref val="3"/>
        </dgm:presLayoutVars>
      </dgm:prSet>
      <dgm:spPr/>
    </dgm:pt>
    <dgm:pt modelId="{6A9EBA7C-C57A-407A-8A6C-F0310A691EDB}" type="pres">
      <dgm:prSet presAssocID="{BCDE3FE2-9C36-4D19-ACD5-FA5A3CE4CC0F}" presName="rootConnector1" presStyleLbl="node1" presStyleIdx="0" presStyleCnt="0"/>
      <dgm:spPr/>
    </dgm:pt>
    <dgm:pt modelId="{90817428-23D2-4DA5-AAD7-E12067F82A6D}" type="pres">
      <dgm:prSet presAssocID="{BCDE3FE2-9C36-4D19-ACD5-FA5A3CE4CC0F}" presName="hierChild2" presStyleCnt="0"/>
      <dgm:spPr/>
    </dgm:pt>
    <dgm:pt modelId="{F1B3B838-DFD7-4EC9-93B9-1E89D021B487}" type="pres">
      <dgm:prSet presAssocID="{BCDE3FE2-9C36-4D19-ACD5-FA5A3CE4CC0F}" presName="hierChild3" presStyleCnt="0"/>
      <dgm:spPr/>
    </dgm:pt>
  </dgm:ptLst>
  <dgm:cxnLst>
    <dgm:cxn modelId="{306E1505-25CC-4621-9CEB-8E9A836B6A96}" srcId="{41474AFD-4E2B-40B3-AC8A-80EB1544836F}" destId="{5D0ED5FE-7E95-4250-8677-9EC1950AE8A1}" srcOrd="0" destOrd="0" parTransId="{6CF3C4E9-FDC6-4F46-B5E3-8EA57AA9FAAE}" sibTransId="{3FD7FD21-4532-4C79-8465-1FA3FBCB81ED}"/>
    <dgm:cxn modelId="{00B15D09-6AAC-4755-85BC-4E5F09F087AE}" srcId="{5D0ED5FE-7E95-4250-8677-9EC1950AE8A1}" destId="{76B35F3C-3E89-45D3-A712-7871D0C48619}" srcOrd="0" destOrd="0" parTransId="{BDA7F1B3-82F8-4C6E-8BCB-9B9A721AE341}" sibTransId="{0B5BAB1D-771E-4306-A56D-A92A21A28F23}"/>
    <dgm:cxn modelId="{5125290B-3F8E-4CE8-B8FB-7B09C830D932}" type="presOf" srcId="{624D0C9F-2717-4EE5-A196-C8209F059883}" destId="{93292C31-F646-498B-A8F5-5E2E6F492F55}" srcOrd="0" destOrd="0" presId="urn:microsoft.com/office/officeart/2005/8/layout/orgChart1"/>
    <dgm:cxn modelId="{C5EF6415-CE90-4912-A206-830AE9D06A6F}" srcId="{3E390511-0AF3-499F-A305-DDFB8B8CE5EC}" destId="{9ADBC6C6-676A-46BF-B8CD-3C5C5A77CC7F}" srcOrd="0" destOrd="0" parTransId="{BEFB9490-FA8F-40F6-AC1F-7E452E0E349F}" sibTransId="{774119AE-DDB3-4D52-96FA-AB6F1614C17D}"/>
    <dgm:cxn modelId="{66680D1C-0D65-45D9-97E3-7403D515CD88}" type="presOf" srcId="{BDA7F1B3-82F8-4C6E-8BCB-9B9A721AE341}" destId="{5A256C76-518B-45F9-9EA0-3F02778912FA}" srcOrd="0" destOrd="0" presId="urn:microsoft.com/office/officeart/2005/8/layout/orgChart1"/>
    <dgm:cxn modelId="{6E9B181D-028A-4482-883A-6C888244A9DE}" type="presOf" srcId="{76B35F3C-3E89-45D3-A712-7871D0C48619}" destId="{26AC3CC7-DD1F-4343-8043-9D2EF37EEB56}" srcOrd="1" destOrd="0" presId="urn:microsoft.com/office/officeart/2005/8/layout/orgChart1"/>
    <dgm:cxn modelId="{49FC862C-A515-43B6-90E9-F08119E03B53}" type="presOf" srcId="{7CACD619-3534-4799-A56B-7BCE8469786D}" destId="{AEAC4E38-8752-41AA-A6E0-413FA61D3B3A}" srcOrd="1" destOrd="0" presId="urn:microsoft.com/office/officeart/2005/8/layout/orgChart1"/>
    <dgm:cxn modelId="{93E96A2F-F4D2-482E-98A6-02B6CB9164C8}" type="presOf" srcId="{CFF4448E-93CA-4B9D-9878-4C2A15711E62}" destId="{C1EF8473-C1A1-4942-AD28-2C40C4660526}" srcOrd="0" destOrd="0" presId="urn:microsoft.com/office/officeart/2005/8/layout/orgChart1"/>
    <dgm:cxn modelId="{CD99793C-F7E5-41A7-B422-E6F3A3C1A17D}" type="presOf" srcId="{BCDE3FE2-9C36-4D19-ACD5-FA5A3CE4CC0F}" destId="{6A9EBA7C-C57A-407A-8A6C-F0310A691EDB}" srcOrd="1" destOrd="0" presId="urn:microsoft.com/office/officeart/2005/8/layout/orgChart1"/>
    <dgm:cxn modelId="{32DFFF3C-2B21-4CA0-94FB-B658B0F755FD}" type="presOf" srcId="{BB1E0B18-3C5B-4487-A8ED-315B6212DB60}" destId="{FCCE8800-8597-42CB-8CFE-D5E655EC9FA6}" srcOrd="1" destOrd="0" presId="urn:microsoft.com/office/officeart/2005/8/layout/orgChart1"/>
    <dgm:cxn modelId="{DB26685C-2B8C-4930-AE75-DA7FA36B7249}" type="presOf" srcId="{65C30178-CD72-48CB-B6CA-76333EA0C2F7}" destId="{B73AC966-C090-4090-9F26-24932961D828}" srcOrd="1" destOrd="0" presId="urn:microsoft.com/office/officeart/2005/8/layout/orgChart1"/>
    <dgm:cxn modelId="{CDAFD141-A04B-40A0-8FB9-1A19EA67E163}" type="presOf" srcId="{3E390511-0AF3-499F-A305-DDFB8B8CE5EC}" destId="{B7D56EC7-3EB2-4083-A470-2D68B138E00D}" srcOrd="1" destOrd="0" presId="urn:microsoft.com/office/officeart/2005/8/layout/orgChart1"/>
    <dgm:cxn modelId="{410B8C43-216E-41C4-9DF6-68CD4239781A}" type="presOf" srcId="{9ADBC6C6-676A-46BF-B8CD-3C5C5A77CC7F}" destId="{302C073B-AFD5-49DE-9252-B61A4018DC55}" srcOrd="1" destOrd="0" presId="urn:microsoft.com/office/officeart/2005/8/layout/orgChart1"/>
    <dgm:cxn modelId="{2F530364-94BB-4B82-8FB0-D5A928B28DA1}" type="presOf" srcId="{3E390511-0AF3-499F-A305-DDFB8B8CE5EC}" destId="{04E59E5A-2EB9-4330-BB8D-E964E321D56D}" srcOrd="0" destOrd="0" presId="urn:microsoft.com/office/officeart/2005/8/layout/orgChart1"/>
    <dgm:cxn modelId="{051F6B4D-107F-4025-AFC8-4F01DB9CD78D}" type="presOf" srcId="{65C30178-CD72-48CB-B6CA-76333EA0C2F7}" destId="{E15F2E3C-3E72-4BC2-BA53-716CDAFD0D01}" srcOrd="0" destOrd="0" presId="urn:microsoft.com/office/officeart/2005/8/layout/orgChart1"/>
    <dgm:cxn modelId="{8E4F5578-BD40-404C-BFB7-FAB710040057}" type="presOf" srcId="{545CB35A-7066-45D2-9BFD-08CBA9F45D72}" destId="{B7AC44D2-1590-4FFB-A25C-04E1BEA039E1}" srcOrd="0" destOrd="0" presId="urn:microsoft.com/office/officeart/2005/8/layout/orgChart1"/>
    <dgm:cxn modelId="{6CC0727B-68BC-4364-81F9-CB805FE01D4B}" type="presOf" srcId="{F51B3FC2-E17B-4575-B73C-20FE1C4CBF55}" destId="{CB4B23C8-4211-4E0E-A2B3-9377CFE5193C}" srcOrd="1" destOrd="0" presId="urn:microsoft.com/office/officeart/2005/8/layout/orgChart1"/>
    <dgm:cxn modelId="{B24BCD7B-F4AE-4C71-879E-06157F709A87}" srcId="{F51B3FC2-E17B-4575-B73C-20FE1C4CBF55}" destId="{3E390511-0AF3-499F-A305-DDFB8B8CE5EC}" srcOrd="0" destOrd="0" parTransId="{435CE7CF-BE59-4505-A0E7-0EBC8BBA1214}" sibTransId="{C021F919-2F6E-4E76-9E8D-0848A425304A}"/>
    <dgm:cxn modelId="{AD93927C-C281-4584-97DB-FBDA211AEA0E}" srcId="{41474AFD-4E2B-40B3-AC8A-80EB1544836F}" destId="{BB1E0B18-3C5B-4487-A8ED-315B6212DB60}" srcOrd="1" destOrd="0" parTransId="{B2285593-2479-4FF1-B5BA-BB27D7B5B0D2}" sibTransId="{7EFEA110-0B19-48B0-A25F-939815AD0A81}"/>
    <dgm:cxn modelId="{7C92F481-F160-4FDA-B50E-28E7A230079E}" type="presOf" srcId="{5D0ED5FE-7E95-4250-8677-9EC1950AE8A1}" destId="{9EFBAD96-9A2F-49A5-9E11-7BBBF856557D}" srcOrd="0" destOrd="0" presId="urn:microsoft.com/office/officeart/2005/8/layout/orgChart1"/>
    <dgm:cxn modelId="{C24FA883-CCA7-4DCC-AADF-FA60D93E6176}" type="presOf" srcId="{41474AFD-4E2B-40B3-AC8A-80EB1544836F}" destId="{CDBC6E98-F188-496C-A848-1E799ED79DE2}" srcOrd="0" destOrd="0" presId="urn:microsoft.com/office/officeart/2005/8/layout/orgChart1"/>
    <dgm:cxn modelId="{9A2B9289-3BD7-4FD6-8657-96086D14653A}" type="presOf" srcId="{76B35F3C-3E89-45D3-A712-7871D0C48619}" destId="{8FE6C161-384A-49C2-8E05-D34E4A719C3D}" srcOrd="0" destOrd="0" presId="urn:microsoft.com/office/officeart/2005/8/layout/orgChart1"/>
    <dgm:cxn modelId="{28532290-F3E0-4CE0-85CE-4CAF48730F4B}" type="presOf" srcId="{BCDE3FE2-9C36-4D19-ACD5-FA5A3CE4CC0F}" destId="{C441C905-82AF-4883-84B4-3490C44FD76A}" srcOrd="0" destOrd="0" presId="urn:microsoft.com/office/officeart/2005/8/layout/orgChart1"/>
    <dgm:cxn modelId="{AF0CD392-AB8B-47F9-B6EE-829D07790A3D}" type="presOf" srcId="{9ADBC6C6-676A-46BF-B8CD-3C5C5A77CC7F}" destId="{476D2A70-1347-4FE0-A8E8-DAE7339946E5}" srcOrd="0" destOrd="0" presId="urn:microsoft.com/office/officeart/2005/8/layout/orgChart1"/>
    <dgm:cxn modelId="{F2078196-53D1-4FB0-91EC-C96FB48A3543}" type="presOf" srcId="{F51B3FC2-E17B-4575-B73C-20FE1C4CBF55}" destId="{A1D011E8-F0EE-4668-8F0B-5D8D5A2498A1}" srcOrd="0" destOrd="0" presId="urn:microsoft.com/office/officeart/2005/8/layout/orgChart1"/>
    <dgm:cxn modelId="{0048B8A2-BAA9-4A23-A017-BD7FF8065BA6}" srcId="{65C30178-CD72-48CB-B6CA-76333EA0C2F7}" destId="{7CACD619-3534-4799-A56B-7BCE8469786D}" srcOrd="1" destOrd="0" parTransId="{CFF4448E-93CA-4B9D-9878-4C2A15711E62}" sibTransId="{F9939943-DA5E-4553-94A5-2369025C6F14}"/>
    <dgm:cxn modelId="{F076D2AF-22F4-4E64-B4D8-51389935316C}" srcId="{76B35F3C-3E89-45D3-A712-7871D0C48619}" destId="{65C30178-CD72-48CB-B6CA-76333EA0C2F7}" srcOrd="0" destOrd="0" parTransId="{624D0C9F-2717-4EE5-A196-C8209F059883}" sibTransId="{97C35BA1-11CA-4B77-8D19-9852F82375CF}"/>
    <dgm:cxn modelId="{B9871CBD-0493-422D-95C7-550B22AB7A5C}" type="presOf" srcId="{7CACD619-3534-4799-A56B-7BCE8469786D}" destId="{5231247A-ACAD-48DC-9D12-C40825BE93BE}" srcOrd="0" destOrd="0" presId="urn:microsoft.com/office/officeart/2005/8/layout/orgChart1"/>
    <dgm:cxn modelId="{D1D943C7-C957-43EC-9CDC-EBE7EB2826C1}" type="presOf" srcId="{BB1E0B18-3C5B-4487-A8ED-315B6212DB60}" destId="{849A4C95-28EF-486F-925E-E89E8082FAFB}" srcOrd="0" destOrd="0" presId="urn:microsoft.com/office/officeart/2005/8/layout/orgChart1"/>
    <dgm:cxn modelId="{86AFA1CD-C262-477C-91E1-4740EE180D98}" type="presOf" srcId="{435CE7CF-BE59-4505-A0E7-0EBC8BBA1214}" destId="{D8339B72-A651-46BC-BD3B-A2BF0C716824}" srcOrd="0" destOrd="0" presId="urn:microsoft.com/office/officeart/2005/8/layout/orgChart1"/>
    <dgm:cxn modelId="{58C873D0-B709-4CCB-91AA-1B6165EBE6AF}" type="presOf" srcId="{BEFB9490-FA8F-40F6-AC1F-7E452E0E349F}" destId="{18D1E570-9DA3-42DB-9E6D-1E20D68FA7B2}" srcOrd="0" destOrd="0" presId="urn:microsoft.com/office/officeart/2005/8/layout/orgChart1"/>
    <dgm:cxn modelId="{7E4665ED-F78E-46C2-8FAF-CB86945B190E}" srcId="{65C30178-CD72-48CB-B6CA-76333EA0C2F7}" destId="{F51B3FC2-E17B-4575-B73C-20FE1C4CBF55}" srcOrd="0" destOrd="0" parTransId="{545CB35A-7066-45D2-9BFD-08CBA9F45D72}" sibTransId="{993223AB-3F70-433D-9A66-6C150E6EF558}"/>
    <dgm:cxn modelId="{FB6BD1F4-9238-459A-BBA0-6EAB4B6DE64B}" srcId="{41474AFD-4E2B-40B3-AC8A-80EB1544836F}" destId="{BCDE3FE2-9C36-4D19-ACD5-FA5A3CE4CC0F}" srcOrd="2" destOrd="0" parTransId="{5705B25C-A460-4A0A-9D94-3CDF3ABE3F4C}" sibTransId="{075363CD-84D0-404F-AA17-AEEDF71B2E93}"/>
    <dgm:cxn modelId="{547586FF-1765-4DC7-8A6E-8FF551EF4E64}" type="presOf" srcId="{5D0ED5FE-7E95-4250-8677-9EC1950AE8A1}" destId="{750F3F54-A2AD-4A77-A848-89A056AA32A0}" srcOrd="1" destOrd="0" presId="urn:microsoft.com/office/officeart/2005/8/layout/orgChart1"/>
    <dgm:cxn modelId="{BE987F00-59FF-44FE-BC54-E90AF741893A}" type="presParOf" srcId="{CDBC6E98-F188-496C-A848-1E799ED79DE2}" destId="{B1C736E0-4A3F-49DB-832F-82D6E742DA3A}" srcOrd="0" destOrd="0" presId="urn:microsoft.com/office/officeart/2005/8/layout/orgChart1"/>
    <dgm:cxn modelId="{25BD749E-D968-4926-B1E2-027E1D8A06FF}" type="presParOf" srcId="{B1C736E0-4A3F-49DB-832F-82D6E742DA3A}" destId="{E1849E25-D6DE-4DE7-A150-A38A20E273DA}" srcOrd="0" destOrd="0" presId="urn:microsoft.com/office/officeart/2005/8/layout/orgChart1"/>
    <dgm:cxn modelId="{7858245A-F828-4403-B127-495EE03BC6C6}" type="presParOf" srcId="{E1849E25-D6DE-4DE7-A150-A38A20E273DA}" destId="{9EFBAD96-9A2F-49A5-9E11-7BBBF856557D}" srcOrd="0" destOrd="0" presId="urn:microsoft.com/office/officeart/2005/8/layout/orgChart1"/>
    <dgm:cxn modelId="{4C60020F-D0D6-4D78-969A-6A46A6DDFB6F}" type="presParOf" srcId="{E1849E25-D6DE-4DE7-A150-A38A20E273DA}" destId="{750F3F54-A2AD-4A77-A848-89A056AA32A0}" srcOrd="1" destOrd="0" presId="urn:microsoft.com/office/officeart/2005/8/layout/orgChart1"/>
    <dgm:cxn modelId="{70E5F3B5-4121-4372-845B-CDF55C65BBFE}" type="presParOf" srcId="{B1C736E0-4A3F-49DB-832F-82D6E742DA3A}" destId="{14CD3D2B-3AB4-4646-BB21-7F567F6A9A3B}" srcOrd="1" destOrd="0" presId="urn:microsoft.com/office/officeart/2005/8/layout/orgChart1"/>
    <dgm:cxn modelId="{F59B449F-F008-4C4F-8DCA-5FFBC250245F}" type="presParOf" srcId="{14CD3D2B-3AB4-4646-BB21-7F567F6A9A3B}" destId="{5A256C76-518B-45F9-9EA0-3F02778912FA}" srcOrd="0" destOrd="0" presId="urn:microsoft.com/office/officeart/2005/8/layout/orgChart1"/>
    <dgm:cxn modelId="{77721778-914C-4B32-87C9-24CD45A7C9E7}" type="presParOf" srcId="{14CD3D2B-3AB4-4646-BB21-7F567F6A9A3B}" destId="{A24ACEA3-1518-4E3D-87B2-D469EA54E923}" srcOrd="1" destOrd="0" presId="urn:microsoft.com/office/officeart/2005/8/layout/orgChart1"/>
    <dgm:cxn modelId="{7D692170-60ED-49AF-B493-F7E454D8FFC8}" type="presParOf" srcId="{A24ACEA3-1518-4E3D-87B2-D469EA54E923}" destId="{1F4D5B67-D36D-480A-895F-3F3DC5DEB85C}" srcOrd="0" destOrd="0" presId="urn:microsoft.com/office/officeart/2005/8/layout/orgChart1"/>
    <dgm:cxn modelId="{C413B5E0-276F-492E-851E-70A8E1DF7FE2}" type="presParOf" srcId="{1F4D5B67-D36D-480A-895F-3F3DC5DEB85C}" destId="{8FE6C161-384A-49C2-8E05-D34E4A719C3D}" srcOrd="0" destOrd="0" presId="urn:microsoft.com/office/officeart/2005/8/layout/orgChart1"/>
    <dgm:cxn modelId="{4A903DD5-C0A9-4864-9AC8-B9A92BF9CA73}" type="presParOf" srcId="{1F4D5B67-D36D-480A-895F-3F3DC5DEB85C}" destId="{26AC3CC7-DD1F-4343-8043-9D2EF37EEB56}" srcOrd="1" destOrd="0" presId="urn:microsoft.com/office/officeart/2005/8/layout/orgChart1"/>
    <dgm:cxn modelId="{CF17B8B1-B242-4E45-AC4F-40B654DD30B3}" type="presParOf" srcId="{A24ACEA3-1518-4E3D-87B2-D469EA54E923}" destId="{9BA0AA6E-A406-4E22-BAFC-6D960E1A509D}" srcOrd="1" destOrd="0" presId="urn:microsoft.com/office/officeart/2005/8/layout/orgChart1"/>
    <dgm:cxn modelId="{DB470450-DB75-4F88-A5C3-1E9AD1978FCA}" type="presParOf" srcId="{9BA0AA6E-A406-4E22-BAFC-6D960E1A509D}" destId="{93292C31-F646-498B-A8F5-5E2E6F492F55}" srcOrd="0" destOrd="0" presId="urn:microsoft.com/office/officeart/2005/8/layout/orgChart1"/>
    <dgm:cxn modelId="{17B94807-7B55-40D6-8B0B-E91B1FB6BFB5}" type="presParOf" srcId="{9BA0AA6E-A406-4E22-BAFC-6D960E1A509D}" destId="{30436768-49BD-41DF-A76C-6BD737ECBECA}" srcOrd="1" destOrd="0" presId="urn:microsoft.com/office/officeart/2005/8/layout/orgChart1"/>
    <dgm:cxn modelId="{4D080D37-04BD-49C4-B873-69C1A1243E0C}" type="presParOf" srcId="{30436768-49BD-41DF-A76C-6BD737ECBECA}" destId="{1CFA4F79-3578-423C-9C32-D91F6B508678}" srcOrd="0" destOrd="0" presId="urn:microsoft.com/office/officeart/2005/8/layout/orgChart1"/>
    <dgm:cxn modelId="{F9961953-9EAD-4C6F-83C5-101686B78616}" type="presParOf" srcId="{1CFA4F79-3578-423C-9C32-D91F6B508678}" destId="{E15F2E3C-3E72-4BC2-BA53-716CDAFD0D01}" srcOrd="0" destOrd="0" presId="urn:microsoft.com/office/officeart/2005/8/layout/orgChart1"/>
    <dgm:cxn modelId="{58C47103-0BC1-4674-98A4-CF155F2BA752}" type="presParOf" srcId="{1CFA4F79-3578-423C-9C32-D91F6B508678}" destId="{B73AC966-C090-4090-9F26-24932961D828}" srcOrd="1" destOrd="0" presId="urn:microsoft.com/office/officeart/2005/8/layout/orgChart1"/>
    <dgm:cxn modelId="{82EDF1CE-5C64-44BE-9C03-D768317B76F1}" type="presParOf" srcId="{30436768-49BD-41DF-A76C-6BD737ECBECA}" destId="{183FBA86-E0B5-4CDD-9BFA-4832D5E00AAA}" srcOrd="1" destOrd="0" presId="urn:microsoft.com/office/officeart/2005/8/layout/orgChart1"/>
    <dgm:cxn modelId="{FE75BDC3-ECFC-41F4-AA75-A4B26E195028}" type="presParOf" srcId="{183FBA86-E0B5-4CDD-9BFA-4832D5E00AAA}" destId="{B7AC44D2-1590-4FFB-A25C-04E1BEA039E1}" srcOrd="0" destOrd="0" presId="urn:microsoft.com/office/officeart/2005/8/layout/orgChart1"/>
    <dgm:cxn modelId="{5DF3A299-CFC2-4E80-963D-9121569814CB}" type="presParOf" srcId="{183FBA86-E0B5-4CDD-9BFA-4832D5E00AAA}" destId="{CABA8776-4A54-46B2-96A2-D6D4B82B4150}" srcOrd="1" destOrd="0" presId="urn:microsoft.com/office/officeart/2005/8/layout/orgChart1"/>
    <dgm:cxn modelId="{548B111C-71B6-4262-B568-7051A6F6910F}" type="presParOf" srcId="{CABA8776-4A54-46B2-96A2-D6D4B82B4150}" destId="{9BE0C8B5-0AB6-4174-8916-7909E4A1C2AD}" srcOrd="0" destOrd="0" presId="urn:microsoft.com/office/officeart/2005/8/layout/orgChart1"/>
    <dgm:cxn modelId="{606B2A4D-6299-456B-90BC-2324A1A16976}" type="presParOf" srcId="{9BE0C8B5-0AB6-4174-8916-7909E4A1C2AD}" destId="{A1D011E8-F0EE-4668-8F0B-5D8D5A2498A1}" srcOrd="0" destOrd="0" presId="urn:microsoft.com/office/officeart/2005/8/layout/orgChart1"/>
    <dgm:cxn modelId="{8BCB2668-BE2C-4C1C-B95B-84787182893C}" type="presParOf" srcId="{9BE0C8B5-0AB6-4174-8916-7909E4A1C2AD}" destId="{CB4B23C8-4211-4E0E-A2B3-9377CFE5193C}" srcOrd="1" destOrd="0" presId="urn:microsoft.com/office/officeart/2005/8/layout/orgChart1"/>
    <dgm:cxn modelId="{7D58235C-E77E-464B-986B-44134A66CB89}" type="presParOf" srcId="{CABA8776-4A54-46B2-96A2-D6D4B82B4150}" destId="{C8B886B0-4DF9-4B02-913E-8703EE35AD89}" srcOrd="1" destOrd="0" presId="urn:microsoft.com/office/officeart/2005/8/layout/orgChart1"/>
    <dgm:cxn modelId="{436B765D-7DCD-45F9-B9F8-88C4038F6137}" type="presParOf" srcId="{C8B886B0-4DF9-4B02-913E-8703EE35AD89}" destId="{D8339B72-A651-46BC-BD3B-A2BF0C716824}" srcOrd="0" destOrd="0" presId="urn:microsoft.com/office/officeart/2005/8/layout/orgChart1"/>
    <dgm:cxn modelId="{FF986849-AE75-42E2-9B29-0D85763A2715}" type="presParOf" srcId="{C8B886B0-4DF9-4B02-913E-8703EE35AD89}" destId="{66939DB6-7200-4F12-9B55-6478AA6FDD39}" srcOrd="1" destOrd="0" presId="urn:microsoft.com/office/officeart/2005/8/layout/orgChart1"/>
    <dgm:cxn modelId="{E0AA9B53-9255-4335-8A05-4ED4AD597BB7}" type="presParOf" srcId="{66939DB6-7200-4F12-9B55-6478AA6FDD39}" destId="{FF3B3EDD-EF01-4352-8F78-781318BA5F29}" srcOrd="0" destOrd="0" presId="urn:microsoft.com/office/officeart/2005/8/layout/orgChart1"/>
    <dgm:cxn modelId="{26B8D1C6-748D-4229-BD57-890977A4E80B}" type="presParOf" srcId="{FF3B3EDD-EF01-4352-8F78-781318BA5F29}" destId="{04E59E5A-2EB9-4330-BB8D-E964E321D56D}" srcOrd="0" destOrd="0" presId="urn:microsoft.com/office/officeart/2005/8/layout/orgChart1"/>
    <dgm:cxn modelId="{2E43389B-72FC-4047-9E47-6CE9B73F2AD7}" type="presParOf" srcId="{FF3B3EDD-EF01-4352-8F78-781318BA5F29}" destId="{B7D56EC7-3EB2-4083-A470-2D68B138E00D}" srcOrd="1" destOrd="0" presId="urn:microsoft.com/office/officeart/2005/8/layout/orgChart1"/>
    <dgm:cxn modelId="{2AAA379C-0FA7-4CDC-A102-AB0554718BB8}" type="presParOf" srcId="{66939DB6-7200-4F12-9B55-6478AA6FDD39}" destId="{BFC845C6-20EB-465A-B5C8-C398CA8E2593}" srcOrd="1" destOrd="0" presId="urn:microsoft.com/office/officeart/2005/8/layout/orgChart1"/>
    <dgm:cxn modelId="{CCDD988C-1379-4F54-A8D0-38A676EA3AE4}" type="presParOf" srcId="{BFC845C6-20EB-465A-B5C8-C398CA8E2593}" destId="{18D1E570-9DA3-42DB-9E6D-1E20D68FA7B2}" srcOrd="0" destOrd="0" presId="urn:microsoft.com/office/officeart/2005/8/layout/orgChart1"/>
    <dgm:cxn modelId="{7A74C850-FFB1-4581-8A3D-52E477FBFFF1}" type="presParOf" srcId="{BFC845C6-20EB-465A-B5C8-C398CA8E2593}" destId="{E8732516-E8C2-4893-A739-FFA116FF132A}" srcOrd="1" destOrd="0" presId="urn:microsoft.com/office/officeart/2005/8/layout/orgChart1"/>
    <dgm:cxn modelId="{33CFFA43-FD2D-4237-8A17-AE42B3924EAD}" type="presParOf" srcId="{E8732516-E8C2-4893-A739-FFA116FF132A}" destId="{55CC0D42-7118-4CD7-B617-BA329C676038}" srcOrd="0" destOrd="0" presId="urn:microsoft.com/office/officeart/2005/8/layout/orgChart1"/>
    <dgm:cxn modelId="{06CABF99-A501-4D0C-8A54-11F739AE86A8}" type="presParOf" srcId="{55CC0D42-7118-4CD7-B617-BA329C676038}" destId="{476D2A70-1347-4FE0-A8E8-DAE7339946E5}" srcOrd="0" destOrd="0" presId="urn:microsoft.com/office/officeart/2005/8/layout/orgChart1"/>
    <dgm:cxn modelId="{641E8D73-6FCB-4D1F-9ED6-454F1E6C18B8}" type="presParOf" srcId="{55CC0D42-7118-4CD7-B617-BA329C676038}" destId="{302C073B-AFD5-49DE-9252-B61A4018DC55}" srcOrd="1" destOrd="0" presId="urn:microsoft.com/office/officeart/2005/8/layout/orgChart1"/>
    <dgm:cxn modelId="{DBDDF0C9-E258-4E4A-A587-67EDF0298B5E}" type="presParOf" srcId="{E8732516-E8C2-4893-A739-FFA116FF132A}" destId="{70AC186F-9DED-4411-858A-05A7A6D5C81F}" srcOrd="1" destOrd="0" presId="urn:microsoft.com/office/officeart/2005/8/layout/orgChart1"/>
    <dgm:cxn modelId="{99FEE57D-416A-42D1-A854-F929206E5CE5}" type="presParOf" srcId="{E8732516-E8C2-4893-A739-FFA116FF132A}" destId="{667B9034-A9E7-4F83-A1C6-327DE5A8DEE4}" srcOrd="2" destOrd="0" presId="urn:microsoft.com/office/officeart/2005/8/layout/orgChart1"/>
    <dgm:cxn modelId="{63E934D0-8FC9-4A72-93BB-34B22831BA70}" type="presParOf" srcId="{66939DB6-7200-4F12-9B55-6478AA6FDD39}" destId="{C6F078DF-7D79-49AF-871E-6963CA594920}" srcOrd="2" destOrd="0" presId="urn:microsoft.com/office/officeart/2005/8/layout/orgChart1"/>
    <dgm:cxn modelId="{32BC71FA-B3FC-4D48-9639-496BD037720E}" type="presParOf" srcId="{CABA8776-4A54-46B2-96A2-D6D4B82B4150}" destId="{1537FD68-1A6D-498D-8D70-8A286D003EDE}" srcOrd="2" destOrd="0" presId="urn:microsoft.com/office/officeart/2005/8/layout/orgChart1"/>
    <dgm:cxn modelId="{E1E2C942-47EA-4ADF-AB16-21447D673409}" type="presParOf" srcId="{183FBA86-E0B5-4CDD-9BFA-4832D5E00AAA}" destId="{C1EF8473-C1A1-4942-AD28-2C40C4660526}" srcOrd="2" destOrd="0" presId="urn:microsoft.com/office/officeart/2005/8/layout/orgChart1"/>
    <dgm:cxn modelId="{08070C8B-0393-4B6D-98C2-D6F922FFADE0}" type="presParOf" srcId="{183FBA86-E0B5-4CDD-9BFA-4832D5E00AAA}" destId="{13505D89-3B71-400A-8FF1-425B0CC4BFA7}" srcOrd="3" destOrd="0" presId="urn:microsoft.com/office/officeart/2005/8/layout/orgChart1"/>
    <dgm:cxn modelId="{B287A195-07C3-4076-BBDA-21D235F27CDB}" type="presParOf" srcId="{13505D89-3B71-400A-8FF1-425B0CC4BFA7}" destId="{CE11125D-14E0-4D1F-82CE-138AB4C9467A}" srcOrd="0" destOrd="0" presId="urn:microsoft.com/office/officeart/2005/8/layout/orgChart1"/>
    <dgm:cxn modelId="{DB776208-4E2D-4968-A990-BA46370B2F0F}" type="presParOf" srcId="{CE11125D-14E0-4D1F-82CE-138AB4C9467A}" destId="{5231247A-ACAD-48DC-9D12-C40825BE93BE}" srcOrd="0" destOrd="0" presId="urn:microsoft.com/office/officeart/2005/8/layout/orgChart1"/>
    <dgm:cxn modelId="{8F96E707-B8F5-42EE-9DE2-946614A2ACB0}" type="presParOf" srcId="{CE11125D-14E0-4D1F-82CE-138AB4C9467A}" destId="{AEAC4E38-8752-41AA-A6E0-413FA61D3B3A}" srcOrd="1" destOrd="0" presId="urn:microsoft.com/office/officeart/2005/8/layout/orgChart1"/>
    <dgm:cxn modelId="{2110F7CB-A64B-4D31-BB08-1DAB86195831}" type="presParOf" srcId="{13505D89-3B71-400A-8FF1-425B0CC4BFA7}" destId="{748F20A2-2E48-4A9D-97C7-0694B6B95F2E}" srcOrd="1" destOrd="0" presId="urn:microsoft.com/office/officeart/2005/8/layout/orgChart1"/>
    <dgm:cxn modelId="{4B2F8C54-5CB4-4740-97CD-EFAB801844C0}" type="presParOf" srcId="{13505D89-3B71-400A-8FF1-425B0CC4BFA7}" destId="{A7AA80EC-1F84-41C8-822A-87A8AEA87410}" srcOrd="2" destOrd="0" presId="urn:microsoft.com/office/officeart/2005/8/layout/orgChart1"/>
    <dgm:cxn modelId="{5DD9BBD8-0D99-41AD-AA33-EF4B95111501}" type="presParOf" srcId="{30436768-49BD-41DF-A76C-6BD737ECBECA}" destId="{87DBC293-2302-4893-ACA0-7902E9091D82}" srcOrd="2" destOrd="0" presId="urn:microsoft.com/office/officeart/2005/8/layout/orgChart1"/>
    <dgm:cxn modelId="{574D66A4-AA14-44AC-B16E-A8091A1CACC0}" type="presParOf" srcId="{A24ACEA3-1518-4E3D-87B2-D469EA54E923}" destId="{84C75A84-198A-4B2D-B012-04DDE43BE8B5}" srcOrd="2" destOrd="0" presId="urn:microsoft.com/office/officeart/2005/8/layout/orgChart1"/>
    <dgm:cxn modelId="{951CCDF9-FBB5-478B-B973-B227AE89D26A}" type="presParOf" srcId="{B1C736E0-4A3F-49DB-832F-82D6E742DA3A}" destId="{45D25814-E3A6-40BE-8621-3EF24DF43E5B}" srcOrd="2" destOrd="0" presId="urn:microsoft.com/office/officeart/2005/8/layout/orgChart1"/>
    <dgm:cxn modelId="{86C4973D-74C6-4BFA-B5C9-F178A9008DA3}" type="presParOf" srcId="{CDBC6E98-F188-496C-A848-1E799ED79DE2}" destId="{B8287E60-69AF-45F1-9116-BE155BE44005}" srcOrd="1" destOrd="0" presId="urn:microsoft.com/office/officeart/2005/8/layout/orgChart1"/>
    <dgm:cxn modelId="{FDADE6EB-5176-427C-9D23-F59CC9E54008}" type="presParOf" srcId="{B8287E60-69AF-45F1-9116-BE155BE44005}" destId="{187E7336-6BAE-4E11-89D1-33ABA8D84C51}" srcOrd="0" destOrd="0" presId="urn:microsoft.com/office/officeart/2005/8/layout/orgChart1"/>
    <dgm:cxn modelId="{43A7C5C1-064B-4139-A3F6-BE619A0F570E}" type="presParOf" srcId="{187E7336-6BAE-4E11-89D1-33ABA8D84C51}" destId="{849A4C95-28EF-486F-925E-E89E8082FAFB}" srcOrd="0" destOrd="0" presId="urn:microsoft.com/office/officeart/2005/8/layout/orgChart1"/>
    <dgm:cxn modelId="{5C09B8DE-11DE-4FF7-975C-33EEAD189ACC}" type="presParOf" srcId="{187E7336-6BAE-4E11-89D1-33ABA8D84C51}" destId="{FCCE8800-8597-42CB-8CFE-D5E655EC9FA6}" srcOrd="1" destOrd="0" presId="urn:microsoft.com/office/officeart/2005/8/layout/orgChart1"/>
    <dgm:cxn modelId="{1AD6D9B5-1A98-43E2-B1CD-C1EFFFCCD338}" type="presParOf" srcId="{B8287E60-69AF-45F1-9116-BE155BE44005}" destId="{BC0CFE38-F828-4AEF-BC1E-0724E3DE71A4}" srcOrd="1" destOrd="0" presId="urn:microsoft.com/office/officeart/2005/8/layout/orgChart1"/>
    <dgm:cxn modelId="{03A3063F-BF2C-4C37-A1D7-28656E1286A5}" type="presParOf" srcId="{B8287E60-69AF-45F1-9116-BE155BE44005}" destId="{8E212698-0508-4D3A-BA94-950922B728FF}" srcOrd="2" destOrd="0" presId="urn:microsoft.com/office/officeart/2005/8/layout/orgChart1"/>
    <dgm:cxn modelId="{7DAC3ED0-4476-4DB9-80AB-ED3D7CF6D418}" type="presParOf" srcId="{CDBC6E98-F188-496C-A848-1E799ED79DE2}" destId="{050607F0-B0BD-4BBB-B3FC-7A58027CC269}" srcOrd="2" destOrd="0" presId="urn:microsoft.com/office/officeart/2005/8/layout/orgChart1"/>
    <dgm:cxn modelId="{14319099-84AC-4D98-AE4C-EBD002905F29}" type="presParOf" srcId="{050607F0-B0BD-4BBB-B3FC-7A58027CC269}" destId="{DC0907D6-3127-41B1-8630-18E600B0559D}" srcOrd="0" destOrd="0" presId="urn:microsoft.com/office/officeart/2005/8/layout/orgChart1"/>
    <dgm:cxn modelId="{F91DD650-1307-45C0-B622-65208E278960}" type="presParOf" srcId="{DC0907D6-3127-41B1-8630-18E600B0559D}" destId="{C441C905-82AF-4883-84B4-3490C44FD76A}" srcOrd="0" destOrd="0" presId="urn:microsoft.com/office/officeart/2005/8/layout/orgChart1"/>
    <dgm:cxn modelId="{D192DBB2-5320-425C-A39E-7AA2F6902921}" type="presParOf" srcId="{DC0907D6-3127-41B1-8630-18E600B0559D}" destId="{6A9EBA7C-C57A-407A-8A6C-F0310A691EDB}" srcOrd="1" destOrd="0" presId="urn:microsoft.com/office/officeart/2005/8/layout/orgChart1"/>
    <dgm:cxn modelId="{00923D96-A2B9-4807-99CA-D7F837FEEB79}" type="presParOf" srcId="{050607F0-B0BD-4BBB-B3FC-7A58027CC269}" destId="{90817428-23D2-4DA5-AAD7-E12067F82A6D}" srcOrd="1" destOrd="0" presId="urn:microsoft.com/office/officeart/2005/8/layout/orgChart1"/>
    <dgm:cxn modelId="{985BB953-B135-4F92-8783-4CEE3161AAB1}" type="presParOf" srcId="{050607F0-B0BD-4BBB-B3FC-7A58027CC269}" destId="{F1B3B838-DFD7-4EC9-93B9-1E89D021B48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5C9E624-B189-4A78-94F4-4289AD6A67F4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D2DE59C-0A61-4CCF-AA58-1242B48320B2}">
      <dgm:prSet phldrT="[Text]"/>
      <dgm:spPr/>
      <dgm:t>
        <a:bodyPr/>
        <a:lstStyle/>
        <a:p>
          <a:r>
            <a:rPr lang="en-US" dirty="0"/>
            <a:t>Burr</a:t>
          </a:r>
        </a:p>
      </dgm:t>
    </dgm:pt>
    <dgm:pt modelId="{109A4C77-497F-4B8F-A8BF-503A69D8F0D4}" type="parTrans" cxnId="{5180487A-22AF-40D7-BDDE-36D3639852A9}">
      <dgm:prSet/>
      <dgm:spPr/>
      <dgm:t>
        <a:bodyPr/>
        <a:lstStyle/>
        <a:p>
          <a:endParaRPr lang="en-US"/>
        </a:p>
      </dgm:t>
    </dgm:pt>
    <dgm:pt modelId="{A3EB983A-2707-4A1B-A921-197AD5CB3307}" type="sibTrans" cxnId="{5180487A-22AF-40D7-BDDE-36D3639852A9}">
      <dgm:prSet/>
      <dgm:spPr/>
      <dgm:t>
        <a:bodyPr/>
        <a:lstStyle/>
        <a:p>
          <a:endParaRPr lang="en-US"/>
        </a:p>
      </dgm:t>
    </dgm:pt>
    <dgm:pt modelId="{8CAAB792-6FFB-4CD7-BCCD-A5F9B5665706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/>
            <a:t>❷The operator has poor judgement skill(do not know how to differentiate AC/NC)</a:t>
          </a:r>
        </a:p>
      </dgm:t>
    </dgm:pt>
    <dgm:pt modelId="{E0DBF4BA-176A-4982-96DC-E49177177A37}" type="parTrans" cxnId="{3768626D-5CF9-4363-AB5E-41E920E1B9A5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A7F761F8-EB57-465C-97D7-0B1A9A941B0F}" type="sibTrans" cxnId="{3768626D-5CF9-4363-AB5E-41E920E1B9A5}">
      <dgm:prSet/>
      <dgm:spPr/>
      <dgm:t>
        <a:bodyPr/>
        <a:lstStyle/>
        <a:p>
          <a:endParaRPr lang="en-US"/>
        </a:p>
      </dgm:t>
    </dgm:pt>
    <dgm:pt modelId="{D72F4B1E-8789-4EBB-A1EC-62992C0833F5}">
      <dgm:prSet phldrT="[Text]"/>
      <dgm:spPr>
        <a:solidFill>
          <a:srgbClr val="FFFF00"/>
        </a:solidFill>
        <a:ln>
          <a:solidFill>
            <a:srgbClr val="FF0000"/>
          </a:solidFill>
        </a:ln>
      </dgm:spPr>
      <dgm:t>
        <a:bodyPr/>
        <a:lstStyle/>
        <a:p>
          <a:r>
            <a:rPr lang="en-US" dirty="0"/>
            <a:t>There</a:t>
          </a:r>
          <a:r>
            <a:rPr lang="en-US" baseline="0" dirty="0"/>
            <a:t> is no limit sample on AC burr condition after deburring</a:t>
          </a:r>
          <a:endParaRPr lang="en-US" dirty="0"/>
        </a:p>
      </dgm:t>
    </dgm:pt>
    <dgm:pt modelId="{265FACA1-A7B2-43EB-BD2D-655CCA63C100}" type="parTrans" cxnId="{930C0D37-13B1-4E66-8CD8-85AE13E1991F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13959056-8694-4B19-B264-30767BF9BE41}" type="sibTrans" cxnId="{930C0D37-13B1-4E66-8CD8-85AE13E1991F}">
      <dgm:prSet/>
      <dgm:spPr/>
      <dgm:t>
        <a:bodyPr/>
        <a:lstStyle/>
        <a:p>
          <a:endParaRPr lang="en-US"/>
        </a:p>
      </dgm:t>
    </dgm:pt>
    <dgm:pt modelId="{C7A1BBD8-FF15-4085-9892-0DDEC8979D0B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/>
            <a:t>The deburring process is not effective</a:t>
          </a:r>
        </a:p>
      </dgm:t>
    </dgm:pt>
    <dgm:pt modelId="{3ACEFEA6-C93A-49C4-B457-37EA3BEF8C86}" type="parTrans" cxnId="{5D99D2F9-97D1-45EA-8AA9-0443F6289405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8DDED40A-C80F-44BC-8B1F-A5D765AEF812}" type="sibTrans" cxnId="{5D99D2F9-97D1-45EA-8AA9-0443F6289405}">
      <dgm:prSet/>
      <dgm:spPr/>
      <dgm:t>
        <a:bodyPr/>
        <a:lstStyle/>
        <a:p>
          <a:endParaRPr lang="en-US"/>
        </a:p>
      </dgm:t>
    </dgm:pt>
    <dgm:pt modelId="{934975B2-71E7-497A-B8BB-702F1F450177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/>
            <a:t>❶The operator has poor deburring skill(don’t know target area) </a:t>
          </a:r>
        </a:p>
      </dgm:t>
    </dgm:pt>
    <dgm:pt modelId="{7B8D3728-98B0-4621-8282-C0E6BEAF899D}" type="parTrans" cxnId="{F4F5D557-411D-4F4E-A139-DDF2506504A0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9CACB32B-3B10-4DB6-8350-E3437E4B3673}" type="sibTrans" cxnId="{F4F5D557-411D-4F4E-A139-DDF2506504A0}">
      <dgm:prSet/>
      <dgm:spPr/>
      <dgm:t>
        <a:bodyPr/>
        <a:lstStyle/>
        <a:p>
          <a:endParaRPr lang="en-US"/>
        </a:p>
      </dgm:t>
    </dgm:pt>
    <dgm:pt modelId="{76D0BFD2-C64A-4FBB-9A41-AC1D90B2DE30}">
      <dgm:prSet phldrT="[Text]"/>
      <dgm:spPr>
        <a:solidFill>
          <a:srgbClr val="FFFF00"/>
        </a:solidFill>
        <a:ln>
          <a:solidFill>
            <a:srgbClr val="FF0000"/>
          </a:solidFill>
        </a:ln>
      </dgm:spPr>
      <dgm:t>
        <a:bodyPr/>
        <a:lstStyle/>
        <a:p>
          <a:r>
            <a:rPr lang="en-US" dirty="0"/>
            <a:t>There is no clear instruction in WI/PCP</a:t>
          </a:r>
        </a:p>
      </dgm:t>
    </dgm:pt>
    <dgm:pt modelId="{16069416-ECF3-4612-9A73-3B152D408775}" type="parTrans" cxnId="{5F7275E0-1071-4EC7-9ADC-79595F973AE3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547198F3-808A-42BA-8AB5-C5FBF095C283}" type="sibTrans" cxnId="{5F7275E0-1071-4EC7-9ADC-79595F973AE3}">
      <dgm:prSet/>
      <dgm:spPr/>
      <dgm:t>
        <a:bodyPr/>
        <a:lstStyle/>
        <a:p>
          <a:endParaRPr lang="en-US"/>
        </a:p>
      </dgm:t>
    </dgm:pt>
    <dgm:pt modelId="{BB695240-61AB-4407-8E5E-DB376EFAA976}">
      <dgm:prSet phldrT="[Text]"/>
      <dgm:spPr/>
      <dgm:t>
        <a:bodyPr/>
        <a:lstStyle/>
        <a:p>
          <a:r>
            <a:rPr lang="en-US" dirty="0"/>
            <a:t>The 2</a:t>
          </a:r>
          <a:r>
            <a:rPr lang="en-US" baseline="30000" dirty="0"/>
            <a:t>nd</a:t>
          </a:r>
          <a:r>
            <a:rPr lang="en-US" dirty="0"/>
            <a:t> machining is not in ideal condition</a:t>
          </a:r>
        </a:p>
      </dgm:t>
    </dgm:pt>
    <dgm:pt modelId="{75B9B2CF-C039-4858-A6F1-16B73ECC75B5}" type="parTrans" cxnId="{20A551A0-299B-4DCB-B7FD-F7567E828FAE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DB0715CC-ED79-4057-B9F0-875781C5ADED}" type="sibTrans" cxnId="{20A551A0-299B-4DCB-B7FD-F7567E828FAE}">
      <dgm:prSet/>
      <dgm:spPr/>
      <dgm:t>
        <a:bodyPr/>
        <a:lstStyle/>
        <a:p>
          <a:endParaRPr lang="en-US"/>
        </a:p>
      </dgm:t>
    </dgm:pt>
    <dgm:pt modelId="{FF6D1D57-7806-4A23-9C0A-B524CDE42251}">
      <dgm:prSet phldrT="[Text]"/>
      <dgm:spPr/>
      <dgm:t>
        <a:bodyPr/>
        <a:lstStyle/>
        <a:p>
          <a:r>
            <a:rPr lang="en-US" dirty="0"/>
            <a:t>❸The cutter is blunt</a:t>
          </a:r>
        </a:p>
      </dgm:t>
    </dgm:pt>
    <dgm:pt modelId="{BF935948-FBC8-4E9F-B780-9FEEE828F6D5}" type="parTrans" cxnId="{2CA45F77-AB99-456F-9BA0-807E8D903222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E6AEEB5F-D810-4B8A-A069-EAECF96F5458}" type="sibTrans" cxnId="{2CA45F77-AB99-456F-9BA0-807E8D903222}">
      <dgm:prSet/>
      <dgm:spPr/>
      <dgm:t>
        <a:bodyPr/>
        <a:lstStyle/>
        <a:p>
          <a:endParaRPr lang="en-US"/>
        </a:p>
      </dgm:t>
    </dgm:pt>
    <dgm:pt modelId="{3D36011E-A6A9-4EAE-8840-9C934F17BEE2}">
      <dgm:prSet phldrT="[Text]"/>
      <dgm:spPr/>
      <dgm:t>
        <a:bodyPr/>
        <a:lstStyle/>
        <a:p>
          <a:r>
            <a:rPr lang="en-US" dirty="0"/>
            <a:t>The cutter is used over tool life</a:t>
          </a:r>
        </a:p>
      </dgm:t>
    </dgm:pt>
    <dgm:pt modelId="{2E02949B-6BBC-473E-85E2-35673449B9C0}" type="parTrans" cxnId="{0BA4D73A-EDDC-47D2-AC5D-FF318FF936A1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344B5C39-9C19-4FA3-8903-609BD8E9C73D}" type="sibTrans" cxnId="{0BA4D73A-EDDC-47D2-AC5D-FF318FF936A1}">
      <dgm:prSet/>
      <dgm:spPr/>
      <dgm:t>
        <a:bodyPr/>
        <a:lstStyle/>
        <a:p>
          <a:endParaRPr lang="en-US"/>
        </a:p>
      </dgm:t>
    </dgm:pt>
    <dgm:pt modelId="{761E3298-A3D6-4B4B-85DB-D6B14E3C7474}">
      <dgm:prSet phldrT="[Text]"/>
      <dgm:spPr/>
      <dgm:t>
        <a:bodyPr/>
        <a:lstStyle/>
        <a:p>
          <a:r>
            <a:rPr lang="en-US" dirty="0"/>
            <a:t>The cutter purchase is not enough to cover production need</a:t>
          </a:r>
        </a:p>
      </dgm:t>
    </dgm:pt>
    <dgm:pt modelId="{99DA5EC7-B7C3-45BD-B82E-75A8297C587B}" type="parTrans" cxnId="{8DA428B2-8280-473E-A2F3-83BAB71D6152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BD04BE1D-07B2-4AC1-B63F-5AE9B40A3549}" type="sibTrans" cxnId="{8DA428B2-8280-473E-A2F3-83BAB71D6152}">
      <dgm:prSet/>
      <dgm:spPr/>
      <dgm:t>
        <a:bodyPr/>
        <a:lstStyle/>
        <a:p>
          <a:endParaRPr lang="en-US"/>
        </a:p>
      </dgm:t>
    </dgm:pt>
    <dgm:pt modelId="{5304DD32-5481-4A68-ACC2-3A51537880FF}">
      <dgm:prSet phldrT="[Text]"/>
      <dgm:spPr>
        <a:solidFill>
          <a:srgbClr val="FFFF00"/>
        </a:solidFill>
        <a:ln>
          <a:solidFill>
            <a:srgbClr val="FF0000"/>
          </a:solidFill>
        </a:ln>
      </dgm:spPr>
      <dgm:t>
        <a:bodyPr/>
        <a:lstStyle/>
        <a:p>
          <a:r>
            <a:rPr lang="en-US" dirty="0"/>
            <a:t>There is no good system to monitor cutter change</a:t>
          </a:r>
        </a:p>
      </dgm:t>
    </dgm:pt>
    <dgm:pt modelId="{2D8250C3-1D12-499F-996D-D784362E32B3}" type="parTrans" cxnId="{147C54CF-BA46-4D68-BC8B-3D788FB7336B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3432CE15-CCEF-491F-B01C-4A33FDEC489B}" type="sibTrans" cxnId="{147C54CF-BA46-4D68-BC8B-3D788FB7336B}">
      <dgm:prSet/>
      <dgm:spPr/>
      <dgm:t>
        <a:bodyPr/>
        <a:lstStyle/>
        <a:p>
          <a:endParaRPr lang="en-US"/>
        </a:p>
      </dgm:t>
    </dgm:pt>
    <dgm:pt modelId="{9DECBC3F-9611-4EED-B214-8DD04416B152}">
      <dgm:prSet phldrT="[Text]"/>
      <dgm:spPr/>
      <dgm:t>
        <a:bodyPr/>
        <a:lstStyle/>
        <a:p>
          <a:r>
            <a:rPr lang="en-US" dirty="0"/>
            <a:t>❹The feed rate is not follow MSPE original setting</a:t>
          </a:r>
        </a:p>
      </dgm:t>
    </dgm:pt>
    <dgm:pt modelId="{8349EDB2-606F-400A-82A1-D7208D1CC8C8}" type="parTrans" cxnId="{7B2C5C4D-4508-45D6-A6E4-0F30014BD928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D6982BB4-CDE9-49AE-BAF5-9AE1076F7C16}" type="sibTrans" cxnId="{7B2C5C4D-4508-45D6-A6E4-0F30014BD928}">
      <dgm:prSet/>
      <dgm:spPr/>
      <dgm:t>
        <a:bodyPr/>
        <a:lstStyle/>
        <a:p>
          <a:endParaRPr lang="en-US"/>
        </a:p>
      </dgm:t>
    </dgm:pt>
    <dgm:pt modelId="{A1A5146A-BED0-417E-9E43-3671ABBC9FA4}">
      <dgm:prSet phldrT="[Text]"/>
      <dgm:spPr/>
      <dgm:t>
        <a:bodyPr/>
        <a:lstStyle/>
        <a:p>
          <a:r>
            <a:rPr lang="en-US" dirty="0"/>
            <a:t>Technician doesn’t know the feed rate setting</a:t>
          </a:r>
        </a:p>
      </dgm:t>
    </dgm:pt>
    <dgm:pt modelId="{D7D86CC3-F0DF-4572-9A8F-15D2C9E00E1C}" type="parTrans" cxnId="{CF7E241E-B899-41C2-B19D-60815B5D7DCE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2C6E9127-54E5-49CF-A127-D12E9EEEF808}" type="sibTrans" cxnId="{CF7E241E-B899-41C2-B19D-60815B5D7DCE}">
      <dgm:prSet/>
      <dgm:spPr/>
      <dgm:t>
        <a:bodyPr/>
        <a:lstStyle/>
        <a:p>
          <a:endParaRPr lang="en-US"/>
        </a:p>
      </dgm:t>
    </dgm:pt>
    <dgm:pt modelId="{6670EEB0-AB7A-44C7-8099-111E972A0786}">
      <dgm:prSet phldrT="[Text]"/>
      <dgm:spPr>
        <a:solidFill>
          <a:srgbClr val="FFFF00"/>
        </a:solidFill>
        <a:ln>
          <a:solidFill>
            <a:srgbClr val="FF0000"/>
          </a:solidFill>
        </a:ln>
      </dgm:spPr>
      <dgm:t>
        <a:bodyPr/>
        <a:lstStyle/>
        <a:p>
          <a:r>
            <a:rPr lang="en-US" dirty="0"/>
            <a:t>There is no SOP to mention 2</a:t>
          </a:r>
          <a:r>
            <a:rPr lang="en-US" baseline="30000" dirty="0"/>
            <a:t>nd</a:t>
          </a:r>
          <a:r>
            <a:rPr lang="en-US" dirty="0"/>
            <a:t> machining setup</a:t>
          </a:r>
        </a:p>
      </dgm:t>
    </dgm:pt>
    <dgm:pt modelId="{0DAA752F-9711-4D13-B8D0-BB3B1B89DE9C}" type="parTrans" cxnId="{205AC615-293D-47C2-92ED-EEC9CB7C8E71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20595B65-4ED0-4C99-AC1B-BAA54BEB92E9}" type="sibTrans" cxnId="{205AC615-293D-47C2-92ED-EEC9CB7C8E71}">
      <dgm:prSet/>
      <dgm:spPr/>
      <dgm:t>
        <a:bodyPr/>
        <a:lstStyle/>
        <a:p>
          <a:endParaRPr lang="en-US"/>
        </a:p>
      </dgm:t>
    </dgm:pt>
    <dgm:pt modelId="{83EB4E78-33EC-474E-9A1E-50F013009DEF}">
      <dgm:prSet phldrT="[Text]"/>
      <dgm:spPr>
        <a:solidFill>
          <a:srgbClr val="FFFF00"/>
        </a:solidFill>
        <a:ln>
          <a:solidFill>
            <a:srgbClr val="FF0000"/>
          </a:solidFill>
        </a:ln>
      </dgm:spPr>
      <dgm:t>
        <a:bodyPr/>
        <a:lstStyle/>
        <a:p>
          <a:r>
            <a:rPr lang="en-US" dirty="0"/>
            <a:t>There is no procedure for MSPE to give SOP when transfer process</a:t>
          </a:r>
        </a:p>
      </dgm:t>
    </dgm:pt>
    <dgm:pt modelId="{79E38711-C71C-4EBE-8877-C7E94B2E738D}" type="parTrans" cxnId="{4C64FBB7-6C6F-4591-A20A-8AF570F5C045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FF4D59BC-F6D2-4C82-A103-539165AE09F9}" type="sibTrans" cxnId="{4C64FBB7-6C6F-4591-A20A-8AF570F5C045}">
      <dgm:prSet/>
      <dgm:spPr/>
      <dgm:t>
        <a:bodyPr/>
        <a:lstStyle/>
        <a:p>
          <a:endParaRPr lang="en-US"/>
        </a:p>
      </dgm:t>
    </dgm:pt>
    <dgm:pt modelId="{702BDDE2-B340-4E45-B0F2-20FA9903A0BB}">
      <dgm:prSet phldrT="[Text]"/>
      <dgm:spPr/>
      <dgm:t>
        <a:bodyPr/>
        <a:lstStyle/>
        <a:p>
          <a:r>
            <a:rPr lang="en-US" dirty="0"/>
            <a:t>❺The cutting speed is not follow MSPE original setting</a:t>
          </a:r>
        </a:p>
      </dgm:t>
    </dgm:pt>
    <dgm:pt modelId="{FC8D2B5F-99B8-4CCA-8057-1DB7E562E62D}" type="parTrans" cxnId="{B2499E52-12C7-4755-A14E-79FA07EBA927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5E22BB66-F2EC-40CE-9DC3-152D65D635DE}" type="sibTrans" cxnId="{B2499E52-12C7-4755-A14E-79FA07EBA927}">
      <dgm:prSet/>
      <dgm:spPr/>
      <dgm:t>
        <a:bodyPr/>
        <a:lstStyle/>
        <a:p>
          <a:endParaRPr lang="en-US"/>
        </a:p>
      </dgm:t>
    </dgm:pt>
    <dgm:pt modelId="{A87ACEE4-07F0-45BB-BA34-65DB7BD0579F}">
      <dgm:prSet phldrT="[Text]"/>
      <dgm:spPr>
        <a:solidFill>
          <a:srgbClr val="FFFF00"/>
        </a:solidFill>
        <a:ln>
          <a:solidFill>
            <a:srgbClr val="FF0000"/>
          </a:solidFill>
        </a:ln>
      </dgm:spPr>
      <dgm:t>
        <a:bodyPr/>
        <a:lstStyle/>
        <a:p>
          <a:r>
            <a:rPr lang="en-US" dirty="0"/>
            <a:t>Operator accidentally adjust the manual knob(override) during 5S</a:t>
          </a:r>
        </a:p>
      </dgm:t>
    </dgm:pt>
    <dgm:pt modelId="{5BA624A9-C510-4E8B-AF92-609384C804EF}" type="parTrans" cxnId="{C60178C1-95D4-42F3-9595-9C637BABC3B1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C5EF93D5-7832-4143-9B9E-B12523CD13B6}" type="sibTrans" cxnId="{C60178C1-95D4-42F3-9595-9C637BABC3B1}">
      <dgm:prSet/>
      <dgm:spPr/>
      <dgm:t>
        <a:bodyPr/>
        <a:lstStyle/>
        <a:p>
          <a:endParaRPr lang="en-US"/>
        </a:p>
      </dgm:t>
    </dgm:pt>
    <dgm:pt modelId="{A7AE68BC-E761-47D7-BDB0-5ED4326F5A7C}">
      <dgm:prSet phldrT="[Text]"/>
      <dgm:spPr/>
      <dgm:t>
        <a:bodyPr/>
        <a:lstStyle/>
        <a:p>
          <a:r>
            <a:rPr lang="en-US" dirty="0"/>
            <a:t>Operator doesn’t know the knob function/importance</a:t>
          </a:r>
        </a:p>
      </dgm:t>
    </dgm:pt>
    <dgm:pt modelId="{509B1529-C98B-42F0-B44A-4DA921EC2964}" type="parTrans" cxnId="{FF64BF5A-19F1-4A84-8123-B3108347133C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01D6677D-34FA-422F-A269-332EAAF131D3}" type="sibTrans" cxnId="{FF64BF5A-19F1-4A84-8123-B3108347133C}">
      <dgm:prSet/>
      <dgm:spPr/>
      <dgm:t>
        <a:bodyPr/>
        <a:lstStyle/>
        <a:p>
          <a:endParaRPr lang="en-US"/>
        </a:p>
      </dgm:t>
    </dgm:pt>
    <dgm:pt modelId="{1328D4A3-5B9C-4899-8409-ADAA8E0CE627}">
      <dgm:prSet phldrT="[Text]"/>
      <dgm:spPr/>
      <dgm:t>
        <a:bodyPr/>
        <a:lstStyle/>
        <a:p>
          <a:r>
            <a:rPr lang="en-US" dirty="0"/>
            <a:t>There is insufficient training/knowledge on the CNC machine for operator</a:t>
          </a:r>
        </a:p>
      </dgm:t>
    </dgm:pt>
    <dgm:pt modelId="{1ACF0945-91BF-4036-84FD-5EF08573BC7F}" type="parTrans" cxnId="{44B853DB-7C93-4332-A327-3B67BBDBBD30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80480586-22F7-41DD-8343-1991211DC979}" type="sibTrans" cxnId="{44B853DB-7C93-4332-A327-3B67BBDBBD30}">
      <dgm:prSet/>
      <dgm:spPr/>
      <dgm:t>
        <a:bodyPr/>
        <a:lstStyle/>
        <a:p>
          <a:endParaRPr lang="en-US"/>
        </a:p>
      </dgm:t>
    </dgm:pt>
    <dgm:pt modelId="{1533D823-E073-45B0-B321-DB945FC20A07}">
      <dgm:prSet phldrT="[Text]"/>
      <dgm:spPr/>
      <dgm:t>
        <a:bodyPr/>
        <a:lstStyle/>
        <a:p>
          <a:r>
            <a:rPr lang="en-US" dirty="0"/>
            <a:t>There is no training content/evaluation on 2</a:t>
          </a:r>
          <a:r>
            <a:rPr lang="en-US" baseline="30000" dirty="0"/>
            <a:t>nd</a:t>
          </a:r>
          <a:r>
            <a:rPr lang="en-US" dirty="0"/>
            <a:t> machining process</a:t>
          </a:r>
        </a:p>
      </dgm:t>
    </dgm:pt>
    <dgm:pt modelId="{0B58A59D-52F5-4ECB-8FF1-A42E8D7F6ACD}" type="parTrans" cxnId="{70DA9D47-8D0B-479F-A244-D5BB4F4CD840}">
      <dgm:prSet/>
      <dgm:spPr>
        <a:ln>
          <a:tailEnd type="triangle"/>
        </a:ln>
      </dgm:spPr>
      <dgm:t>
        <a:bodyPr/>
        <a:lstStyle/>
        <a:p>
          <a:endParaRPr lang="en-US"/>
        </a:p>
      </dgm:t>
    </dgm:pt>
    <dgm:pt modelId="{79953FC6-52FB-4A9F-A3E0-8EC07FED38FE}" type="sibTrans" cxnId="{70DA9D47-8D0B-479F-A244-D5BB4F4CD840}">
      <dgm:prSet/>
      <dgm:spPr/>
      <dgm:t>
        <a:bodyPr/>
        <a:lstStyle/>
        <a:p>
          <a:endParaRPr lang="en-US"/>
        </a:p>
      </dgm:t>
    </dgm:pt>
    <dgm:pt modelId="{4829A4B2-F0A3-4A3F-8258-D35AA367F145}" type="pres">
      <dgm:prSet presAssocID="{35C9E624-B189-4A78-94F4-4289AD6A67F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ACA9C14-94F7-4A2E-BE4F-8C25D91FEE04}" type="pres">
      <dgm:prSet presAssocID="{0D2DE59C-0A61-4CCF-AA58-1242B48320B2}" presName="hierRoot1" presStyleCnt="0">
        <dgm:presLayoutVars>
          <dgm:hierBranch val="init"/>
        </dgm:presLayoutVars>
      </dgm:prSet>
      <dgm:spPr/>
    </dgm:pt>
    <dgm:pt modelId="{357E49BB-B662-44AE-8537-7CFEDD6DEF79}" type="pres">
      <dgm:prSet presAssocID="{0D2DE59C-0A61-4CCF-AA58-1242B48320B2}" presName="rootComposite1" presStyleCnt="0"/>
      <dgm:spPr/>
    </dgm:pt>
    <dgm:pt modelId="{BC3E600C-EC5C-448F-B810-75CDE551E689}" type="pres">
      <dgm:prSet presAssocID="{0D2DE59C-0A61-4CCF-AA58-1242B48320B2}" presName="rootText1" presStyleLbl="node0" presStyleIdx="0" presStyleCnt="1">
        <dgm:presLayoutVars>
          <dgm:chPref val="3"/>
        </dgm:presLayoutVars>
      </dgm:prSet>
      <dgm:spPr/>
    </dgm:pt>
    <dgm:pt modelId="{4164F92A-B32D-4EBD-A9F1-D0E2FCB194F8}" type="pres">
      <dgm:prSet presAssocID="{0D2DE59C-0A61-4CCF-AA58-1242B48320B2}" presName="rootConnector1" presStyleLbl="node1" presStyleIdx="0" presStyleCnt="0"/>
      <dgm:spPr/>
    </dgm:pt>
    <dgm:pt modelId="{C1D091D9-EC16-4D02-8C31-CFCA51752F12}" type="pres">
      <dgm:prSet presAssocID="{0D2DE59C-0A61-4CCF-AA58-1242B48320B2}" presName="hierChild2" presStyleCnt="0"/>
      <dgm:spPr/>
    </dgm:pt>
    <dgm:pt modelId="{DDE3EBE1-DFE9-484D-A96D-47762ACA20E6}" type="pres">
      <dgm:prSet presAssocID="{75B9B2CF-C039-4858-A6F1-16B73ECC75B5}" presName="Name37" presStyleLbl="parChTrans1D2" presStyleIdx="0" presStyleCnt="2"/>
      <dgm:spPr/>
    </dgm:pt>
    <dgm:pt modelId="{3D54568A-D476-40FA-85F5-436463688533}" type="pres">
      <dgm:prSet presAssocID="{BB695240-61AB-4407-8E5E-DB376EFAA976}" presName="hierRoot2" presStyleCnt="0">
        <dgm:presLayoutVars>
          <dgm:hierBranch val="init"/>
        </dgm:presLayoutVars>
      </dgm:prSet>
      <dgm:spPr/>
    </dgm:pt>
    <dgm:pt modelId="{97F97F22-B089-480B-87A4-3F898F585315}" type="pres">
      <dgm:prSet presAssocID="{BB695240-61AB-4407-8E5E-DB376EFAA976}" presName="rootComposite" presStyleCnt="0"/>
      <dgm:spPr/>
    </dgm:pt>
    <dgm:pt modelId="{D1A74ECA-7687-4743-BD08-2F160187764E}" type="pres">
      <dgm:prSet presAssocID="{BB695240-61AB-4407-8E5E-DB376EFAA976}" presName="rootText" presStyleLbl="node2" presStyleIdx="0" presStyleCnt="2">
        <dgm:presLayoutVars>
          <dgm:chPref val="3"/>
        </dgm:presLayoutVars>
      </dgm:prSet>
      <dgm:spPr/>
    </dgm:pt>
    <dgm:pt modelId="{902ED455-E1D9-46ED-9EEA-B34FEE2EAD50}" type="pres">
      <dgm:prSet presAssocID="{BB695240-61AB-4407-8E5E-DB376EFAA976}" presName="rootConnector" presStyleLbl="node2" presStyleIdx="0" presStyleCnt="2"/>
      <dgm:spPr/>
    </dgm:pt>
    <dgm:pt modelId="{33D6C25D-CC64-4857-AF91-EBBB165681A7}" type="pres">
      <dgm:prSet presAssocID="{BB695240-61AB-4407-8E5E-DB376EFAA976}" presName="hierChild4" presStyleCnt="0"/>
      <dgm:spPr/>
    </dgm:pt>
    <dgm:pt modelId="{651966B0-5ED2-4A45-A8DC-8552CD8BBB05}" type="pres">
      <dgm:prSet presAssocID="{FC8D2B5F-99B8-4CCA-8057-1DB7E562E62D}" presName="Name37" presStyleLbl="parChTrans1D3" presStyleIdx="0" presStyleCnt="5"/>
      <dgm:spPr/>
    </dgm:pt>
    <dgm:pt modelId="{9C3A18C8-8EFD-4106-96F9-A62D99298424}" type="pres">
      <dgm:prSet presAssocID="{702BDDE2-B340-4E45-B0F2-20FA9903A0BB}" presName="hierRoot2" presStyleCnt="0">
        <dgm:presLayoutVars>
          <dgm:hierBranch val="init"/>
        </dgm:presLayoutVars>
      </dgm:prSet>
      <dgm:spPr/>
    </dgm:pt>
    <dgm:pt modelId="{5D9D42C1-2093-41A4-83B4-0A3329B21489}" type="pres">
      <dgm:prSet presAssocID="{702BDDE2-B340-4E45-B0F2-20FA9903A0BB}" presName="rootComposite" presStyleCnt="0"/>
      <dgm:spPr/>
    </dgm:pt>
    <dgm:pt modelId="{1D8242CA-DCD7-484C-89AA-EC6EB4EDA8DD}" type="pres">
      <dgm:prSet presAssocID="{702BDDE2-B340-4E45-B0F2-20FA9903A0BB}" presName="rootText" presStyleLbl="node3" presStyleIdx="0" presStyleCnt="5">
        <dgm:presLayoutVars>
          <dgm:chPref val="3"/>
        </dgm:presLayoutVars>
      </dgm:prSet>
      <dgm:spPr/>
    </dgm:pt>
    <dgm:pt modelId="{F393FB69-47BB-422B-B5FF-DB90C0B5A670}" type="pres">
      <dgm:prSet presAssocID="{702BDDE2-B340-4E45-B0F2-20FA9903A0BB}" presName="rootConnector" presStyleLbl="node3" presStyleIdx="0" presStyleCnt="5"/>
      <dgm:spPr/>
    </dgm:pt>
    <dgm:pt modelId="{2965BFF0-C462-4060-B962-BDC0A67ABC4E}" type="pres">
      <dgm:prSet presAssocID="{702BDDE2-B340-4E45-B0F2-20FA9903A0BB}" presName="hierChild4" presStyleCnt="0"/>
      <dgm:spPr/>
    </dgm:pt>
    <dgm:pt modelId="{441223A4-18AB-4E81-8F4C-84B964263670}" type="pres">
      <dgm:prSet presAssocID="{702BDDE2-B340-4E45-B0F2-20FA9903A0BB}" presName="hierChild5" presStyleCnt="0"/>
      <dgm:spPr/>
    </dgm:pt>
    <dgm:pt modelId="{F519042E-6AED-4A3B-8E17-D75810D75D04}" type="pres">
      <dgm:prSet presAssocID="{8349EDB2-606F-400A-82A1-D7208D1CC8C8}" presName="Name37" presStyleLbl="parChTrans1D3" presStyleIdx="1" presStyleCnt="5"/>
      <dgm:spPr/>
    </dgm:pt>
    <dgm:pt modelId="{17A2D619-E738-4C28-8342-6357FF325F97}" type="pres">
      <dgm:prSet presAssocID="{9DECBC3F-9611-4EED-B214-8DD04416B152}" presName="hierRoot2" presStyleCnt="0">
        <dgm:presLayoutVars>
          <dgm:hierBranch val="init"/>
        </dgm:presLayoutVars>
      </dgm:prSet>
      <dgm:spPr/>
    </dgm:pt>
    <dgm:pt modelId="{6EC13371-B66F-4623-9E39-7CB04247B534}" type="pres">
      <dgm:prSet presAssocID="{9DECBC3F-9611-4EED-B214-8DD04416B152}" presName="rootComposite" presStyleCnt="0"/>
      <dgm:spPr/>
    </dgm:pt>
    <dgm:pt modelId="{FFEBF497-0466-4804-BFE1-6ECF5CB96E8C}" type="pres">
      <dgm:prSet presAssocID="{9DECBC3F-9611-4EED-B214-8DD04416B152}" presName="rootText" presStyleLbl="node3" presStyleIdx="1" presStyleCnt="5">
        <dgm:presLayoutVars>
          <dgm:chPref val="3"/>
        </dgm:presLayoutVars>
      </dgm:prSet>
      <dgm:spPr/>
    </dgm:pt>
    <dgm:pt modelId="{A18C6EB0-EDC3-4D60-9EBD-7D8EF070641C}" type="pres">
      <dgm:prSet presAssocID="{9DECBC3F-9611-4EED-B214-8DD04416B152}" presName="rootConnector" presStyleLbl="node3" presStyleIdx="1" presStyleCnt="5"/>
      <dgm:spPr/>
    </dgm:pt>
    <dgm:pt modelId="{5623824F-96BE-42A3-BADB-FF76A41BA1FF}" type="pres">
      <dgm:prSet presAssocID="{9DECBC3F-9611-4EED-B214-8DD04416B152}" presName="hierChild4" presStyleCnt="0"/>
      <dgm:spPr/>
    </dgm:pt>
    <dgm:pt modelId="{E5586D41-911E-49E6-814C-ABA75E38E1DE}" type="pres">
      <dgm:prSet presAssocID="{5BA624A9-C510-4E8B-AF92-609384C804EF}" presName="Name37" presStyleLbl="parChTrans1D4" presStyleIdx="0" presStyleCnt="12"/>
      <dgm:spPr/>
    </dgm:pt>
    <dgm:pt modelId="{BC020A93-A989-470F-A680-27BE24A8B59B}" type="pres">
      <dgm:prSet presAssocID="{A87ACEE4-07F0-45BB-BA34-65DB7BD0579F}" presName="hierRoot2" presStyleCnt="0">
        <dgm:presLayoutVars>
          <dgm:hierBranch val="init"/>
        </dgm:presLayoutVars>
      </dgm:prSet>
      <dgm:spPr/>
    </dgm:pt>
    <dgm:pt modelId="{5E922B4F-2D3A-482C-BD02-9E039885E865}" type="pres">
      <dgm:prSet presAssocID="{A87ACEE4-07F0-45BB-BA34-65DB7BD0579F}" presName="rootComposite" presStyleCnt="0"/>
      <dgm:spPr/>
    </dgm:pt>
    <dgm:pt modelId="{ECBE314C-105E-4DD5-87D7-6E01BD2D48B0}" type="pres">
      <dgm:prSet presAssocID="{A87ACEE4-07F0-45BB-BA34-65DB7BD0579F}" presName="rootText" presStyleLbl="node4" presStyleIdx="0" presStyleCnt="12">
        <dgm:presLayoutVars>
          <dgm:chPref val="3"/>
        </dgm:presLayoutVars>
      </dgm:prSet>
      <dgm:spPr/>
    </dgm:pt>
    <dgm:pt modelId="{FDCACBBF-6B44-4983-9D19-954712DF02D6}" type="pres">
      <dgm:prSet presAssocID="{A87ACEE4-07F0-45BB-BA34-65DB7BD0579F}" presName="rootConnector" presStyleLbl="node4" presStyleIdx="0" presStyleCnt="12"/>
      <dgm:spPr/>
    </dgm:pt>
    <dgm:pt modelId="{56C03799-64A4-4DB4-97D6-51D29EDD30FF}" type="pres">
      <dgm:prSet presAssocID="{A87ACEE4-07F0-45BB-BA34-65DB7BD0579F}" presName="hierChild4" presStyleCnt="0"/>
      <dgm:spPr/>
    </dgm:pt>
    <dgm:pt modelId="{AF9835A3-AE65-4701-B0C9-CFFA0D75A629}" type="pres">
      <dgm:prSet presAssocID="{509B1529-C98B-42F0-B44A-4DA921EC2964}" presName="Name37" presStyleLbl="parChTrans1D4" presStyleIdx="1" presStyleCnt="12"/>
      <dgm:spPr/>
    </dgm:pt>
    <dgm:pt modelId="{85D97166-740B-4B59-AE8B-372CEB88899F}" type="pres">
      <dgm:prSet presAssocID="{A7AE68BC-E761-47D7-BDB0-5ED4326F5A7C}" presName="hierRoot2" presStyleCnt="0">
        <dgm:presLayoutVars>
          <dgm:hierBranch val="init"/>
        </dgm:presLayoutVars>
      </dgm:prSet>
      <dgm:spPr/>
    </dgm:pt>
    <dgm:pt modelId="{56C6C275-2390-4FA2-9BE2-3F4AD7B1C881}" type="pres">
      <dgm:prSet presAssocID="{A7AE68BC-E761-47D7-BDB0-5ED4326F5A7C}" presName="rootComposite" presStyleCnt="0"/>
      <dgm:spPr/>
    </dgm:pt>
    <dgm:pt modelId="{4BB1845B-79B3-4A57-903D-38D708953DFB}" type="pres">
      <dgm:prSet presAssocID="{A7AE68BC-E761-47D7-BDB0-5ED4326F5A7C}" presName="rootText" presStyleLbl="node4" presStyleIdx="1" presStyleCnt="12">
        <dgm:presLayoutVars>
          <dgm:chPref val="3"/>
        </dgm:presLayoutVars>
      </dgm:prSet>
      <dgm:spPr/>
    </dgm:pt>
    <dgm:pt modelId="{5490133C-E815-4C04-90ED-C3F6820D1E52}" type="pres">
      <dgm:prSet presAssocID="{A7AE68BC-E761-47D7-BDB0-5ED4326F5A7C}" presName="rootConnector" presStyleLbl="node4" presStyleIdx="1" presStyleCnt="12"/>
      <dgm:spPr/>
    </dgm:pt>
    <dgm:pt modelId="{1747EDD0-0819-4857-90E4-80FE79E8502B}" type="pres">
      <dgm:prSet presAssocID="{A7AE68BC-E761-47D7-BDB0-5ED4326F5A7C}" presName="hierChild4" presStyleCnt="0"/>
      <dgm:spPr/>
    </dgm:pt>
    <dgm:pt modelId="{B6B7387C-9CE8-4ABC-A6E6-539848473D63}" type="pres">
      <dgm:prSet presAssocID="{1ACF0945-91BF-4036-84FD-5EF08573BC7F}" presName="Name37" presStyleLbl="parChTrans1D4" presStyleIdx="2" presStyleCnt="12"/>
      <dgm:spPr/>
    </dgm:pt>
    <dgm:pt modelId="{BE09F42C-CD38-4786-A3D6-54C8FABA75E0}" type="pres">
      <dgm:prSet presAssocID="{1328D4A3-5B9C-4899-8409-ADAA8E0CE627}" presName="hierRoot2" presStyleCnt="0">
        <dgm:presLayoutVars>
          <dgm:hierBranch/>
        </dgm:presLayoutVars>
      </dgm:prSet>
      <dgm:spPr/>
    </dgm:pt>
    <dgm:pt modelId="{23CB8A10-494E-4665-B88A-AE42FB2268BE}" type="pres">
      <dgm:prSet presAssocID="{1328D4A3-5B9C-4899-8409-ADAA8E0CE627}" presName="rootComposite" presStyleCnt="0"/>
      <dgm:spPr/>
    </dgm:pt>
    <dgm:pt modelId="{F548A16A-F930-4E32-907F-267FDA95B4A2}" type="pres">
      <dgm:prSet presAssocID="{1328D4A3-5B9C-4899-8409-ADAA8E0CE627}" presName="rootText" presStyleLbl="node4" presStyleIdx="2" presStyleCnt="12">
        <dgm:presLayoutVars>
          <dgm:chPref val="3"/>
        </dgm:presLayoutVars>
      </dgm:prSet>
      <dgm:spPr/>
    </dgm:pt>
    <dgm:pt modelId="{93D72B8D-3C8D-492B-9A2B-5D3B4EB3A9AE}" type="pres">
      <dgm:prSet presAssocID="{1328D4A3-5B9C-4899-8409-ADAA8E0CE627}" presName="rootConnector" presStyleLbl="node4" presStyleIdx="2" presStyleCnt="12"/>
      <dgm:spPr/>
    </dgm:pt>
    <dgm:pt modelId="{50BEF553-69AF-44E0-B754-9360930BBF3C}" type="pres">
      <dgm:prSet presAssocID="{1328D4A3-5B9C-4899-8409-ADAA8E0CE627}" presName="hierChild4" presStyleCnt="0"/>
      <dgm:spPr/>
    </dgm:pt>
    <dgm:pt modelId="{EB45E270-CEDC-4CCD-851F-D81D0A7EEB2F}" type="pres">
      <dgm:prSet presAssocID="{0B58A59D-52F5-4ECB-8FF1-A42E8D7F6ACD}" presName="Name35" presStyleLbl="parChTrans1D4" presStyleIdx="3" presStyleCnt="12"/>
      <dgm:spPr/>
    </dgm:pt>
    <dgm:pt modelId="{1C48DB9E-1008-49DB-84C1-DD09C1496D08}" type="pres">
      <dgm:prSet presAssocID="{1533D823-E073-45B0-B321-DB945FC20A07}" presName="hierRoot2" presStyleCnt="0">
        <dgm:presLayoutVars>
          <dgm:hierBranch val="init"/>
        </dgm:presLayoutVars>
      </dgm:prSet>
      <dgm:spPr/>
    </dgm:pt>
    <dgm:pt modelId="{2D43934A-ADAF-4818-87C4-68C1FFF717E6}" type="pres">
      <dgm:prSet presAssocID="{1533D823-E073-45B0-B321-DB945FC20A07}" presName="rootComposite" presStyleCnt="0"/>
      <dgm:spPr/>
    </dgm:pt>
    <dgm:pt modelId="{BF2022DF-DB40-4567-9271-D18BB187AD27}" type="pres">
      <dgm:prSet presAssocID="{1533D823-E073-45B0-B321-DB945FC20A07}" presName="rootText" presStyleLbl="node4" presStyleIdx="3" presStyleCnt="12">
        <dgm:presLayoutVars>
          <dgm:chPref val="3"/>
        </dgm:presLayoutVars>
      </dgm:prSet>
      <dgm:spPr/>
    </dgm:pt>
    <dgm:pt modelId="{DE13D1B4-BACC-4E53-A21C-DE69EFBEDCDF}" type="pres">
      <dgm:prSet presAssocID="{1533D823-E073-45B0-B321-DB945FC20A07}" presName="rootConnector" presStyleLbl="node4" presStyleIdx="3" presStyleCnt="12"/>
      <dgm:spPr/>
    </dgm:pt>
    <dgm:pt modelId="{F2F03960-F697-4882-B032-A1C504FC137C}" type="pres">
      <dgm:prSet presAssocID="{1533D823-E073-45B0-B321-DB945FC20A07}" presName="hierChild4" presStyleCnt="0"/>
      <dgm:spPr/>
    </dgm:pt>
    <dgm:pt modelId="{A3AEA549-E396-4AD8-80E1-3191D09F112B}" type="pres">
      <dgm:prSet presAssocID="{1533D823-E073-45B0-B321-DB945FC20A07}" presName="hierChild5" presStyleCnt="0"/>
      <dgm:spPr/>
    </dgm:pt>
    <dgm:pt modelId="{CB781006-E3E5-4288-96AF-783E5C6864D2}" type="pres">
      <dgm:prSet presAssocID="{1328D4A3-5B9C-4899-8409-ADAA8E0CE627}" presName="hierChild5" presStyleCnt="0"/>
      <dgm:spPr/>
    </dgm:pt>
    <dgm:pt modelId="{2130E587-86DD-4522-AD87-2601FAE3A3EC}" type="pres">
      <dgm:prSet presAssocID="{A7AE68BC-E761-47D7-BDB0-5ED4326F5A7C}" presName="hierChild5" presStyleCnt="0"/>
      <dgm:spPr/>
    </dgm:pt>
    <dgm:pt modelId="{018CF3A5-9495-4DA3-9936-8BBF8BBCEAFA}" type="pres">
      <dgm:prSet presAssocID="{A87ACEE4-07F0-45BB-BA34-65DB7BD0579F}" presName="hierChild5" presStyleCnt="0"/>
      <dgm:spPr/>
    </dgm:pt>
    <dgm:pt modelId="{FEA78348-8B9A-4A6F-9880-517E0A99CFF6}" type="pres">
      <dgm:prSet presAssocID="{D7D86CC3-F0DF-4572-9A8F-15D2C9E00E1C}" presName="Name37" presStyleLbl="parChTrans1D4" presStyleIdx="4" presStyleCnt="12"/>
      <dgm:spPr/>
    </dgm:pt>
    <dgm:pt modelId="{E67264BE-F856-48D3-92E8-18679E2C778B}" type="pres">
      <dgm:prSet presAssocID="{A1A5146A-BED0-417E-9E43-3671ABBC9FA4}" presName="hierRoot2" presStyleCnt="0">
        <dgm:presLayoutVars>
          <dgm:hierBranch val="init"/>
        </dgm:presLayoutVars>
      </dgm:prSet>
      <dgm:spPr/>
    </dgm:pt>
    <dgm:pt modelId="{6C28536D-A6B1-48D7-9EF9-9EF59D496D1D}" type="pres">
      <dgm:prSet presAssocID="{A1A5146A-BED0-417E-9E43-3671ABBC9FA4}" presName="rootComposite" presStyleCnt="0"/>
      <dgm:spPr/>
    </dgm:pt>
    <dgm:pt modelId="{6DEE384E-120D-42D7-A822-A0E70C06B5B8}" type="pres">
      <dgm:prSet presAssocID="{A1A5146A-BED0-417E-9E43-3671ABBC9FA4}" presName="rootText" presStyleLbl="node4" presStyleIdx="4" presStyleCnt="12">
        <dgm:presLayoutVars>
          <dgm:chPref val="3"/>
        </dgm:presLayoutVars>
      </dgm:prSet>
      <dgm:spPr/>
    </dgm:pt>
    <dgm:pt modelId="{D0BB60DE-634C-44C2-BB6D-7B38405B63BE}" type="pres">
      <dgm:prSet presAssocID="{A1A5146A-BED0-417E-9E43-3671ABBC9FA4}" presName="rootConnector" presStyleLbl="node4" presStyleIdx="4" presStyleCnt="12"/>
      <dgm:spPr/>
    </dgm:pt>
    <dgm:pt modelId="{6C043A66-4A9F-4C29-8620-B65E46AC5F46}" type="pres">
      <dgm:prSet presAssocID="{A1A5146A-BED0-417E-9E43-3671ABBC9FA4}" presName="hierChild4" presStyleCnt="0"/>
      <dgm:spPr/>
    </dgm:pt>
    <dgm:pt modelId="{86CB652D-6715-4807-AE65-B68548F10976}" type="pres">
      <dgm:prSet presAssocID="{0DAA752F-9711-4D13-B8D0-BB3B1B89DE9C}" presName="Name37" presStyleLbl="parChTrans1D4" presStyleIdx="5" presStyleCnt="12"/>
      <dgm:spPr/>
    </dgm:pt>
    <dgm:pt modelId="{7FEF9B7F-D569-40EA-B50A-20A6D1D5B4FE}" type="pres">
      <dgm:prSet presAssocID="{6670EEB0-AB7A-44C7-8099-111E972A0786}" presName="hierRoot2" presStyleCnt="0">
        <dgm:presLayoutVars>
          <dgm:hierBranch/>
        </dgm:presLayoutVars>
      </dgm:prSet>
      <dgm:spPr/>
    </dgm:pt>
    <dgm:pt modelId="{0420F14C-EC1B-449D-997B-13F7BC6CA821}" type="pres">
      <dgm:prSet presAssocID="{6670EEB0-AB7A-44C7-8099-111E972A0786}" presName="rootComposite" presStyleCnt="0"/>
      <dgm:spPr/>
    </dgm:pt>
    <dgm:pt modelId="{CEA09B43-C6C4-418B-B871-35C3BA7EFBF6}" type="pres">
      <dgm:prSet presAssocID="{6670EEB0-AB7A-44C7-8099-111E972A0786}" presName="rootText" presStyleLbl="node4" presStyleIdx="5" presStyleCnt="12">
        <dgm:presLayoutVars>
          <dgm:chPref val="3"/>
        </dgm:presLayoutVars>
      </dgm:prSet>
      <dgm:spPr/>
    </dgm:pt>
    <dgm:pt modelId="{6D44A923-A361-4F14-A2EC-73FAAF645518}" type="pres">
      <dgm:prSet presAssocID="{6670EEB0-AB7A-44C7-8099-111E972A0786}" presName="rootConnector" presStyleLbl="node4" presStyleIdx="5" presStyleCnt="12"/>
      <dgm:spPr/>
    </dgm:pt>
    <dgm:pt modelId="{C4842A98-F85C-409D-9D00-FFEA52B27BE2}" type="pres">
      <dgm:prSet presAssocID="{6670EEB0-AB7A-44C7-8099-111E972A0786}" presName="hierChild4" presStyleCnt="0"/>
      <dgm:spPr/>
    </dgm:pt>
    <dgm:pt modelId="{B122148B-E4B5-452F-B9C7-B2DB503F0456}" type="pres">
      <dgm:prSet presAssocID="{79E38711-C71C-4EBE-8877-C7E94B2E738D}" presName="Name35" presStyleLbl="parChTrans1D4" presStyleIdx="6" presStyleCnt="12"/>
      <dgm:spPr/>
    </dgm:pt>
    <dgm:pt modelId="{CECD3C58-321D-4E03-AE7F-6B2309BDD6FE}" type="pres">
      <dgm:prSet presAssocID="{83EB4E78-33EC-474E-9A1E-50F013009DEF}" presName="hierRoot2" presStyleCnt="0">
        <dgm:presLayoutVars>
          <dgm:hierBranch val="init"/>
        </dgm:presLayoutVars>
      </dgm:prSet>
      <dgm:spPr/>
    </dgm:pt>
    <dgm:pt modelId="{826825ED-FE65-41F7-AA5B-F6ED06AEDE2B}" type="pres">
      <dgm:prSet presAssocID="{83EB4E78-33EC-474E-9A1E-50F013009DEF}" presName="rootComposite" presStyleCnt="0"/>
      <dgm:spPr/>
    </dgm:pt>
    <dgm:pt modelId="{05BC681A-D8C5-444E-B742-45E8F7D66B9B}" type="pres">
      <dgm:prSet presAssocID="{83EB4E78-33EC-474E-9A1E-50F013009DEF}" presName="rootText" presStyleLbl="node4" presStyleIdx="6" presStyleCnt="12">
        <dgm:presLayoutVars>
          <dgm:chPref val="3"/>
        </dgm:presLayoutVars>
      </dgm:prSet>
      <dgm:spPr/>
    </dgm:pt>
    <dgm:pt modelId="{B8AB5953-9508-4FE2-8938-2391774B4111}" type="pres">
      <dgm:prSet presAssocID="{83EB4E78-33EC-474E-9A1E-50F013009DEF}" presName="rootConnector" presStyleLbl="node4" presStyleIdx="6" presStyleCnt="12"/>
      <dgm:spPr/>
    </dgm:pt>
    <dgm:pt modelId="{B2D95FD3-A4F5-4CFA-8EA3-B18905C2B44E}" type="pres">
      <dgm:prSet presAssocID="{83EB4E78-33EC-474E-9A1E-50F013009DEF}" presName="hierChild4" presStyleCnt="0"/>
      <dgm:spPr/>
    </dgm:pt>
    <dgm:pt modelId="{C5A696E5-2A1E-40CD-962A-B17D133BA159}" type="pres">
      <dgm:prSet presAssocID="{83EB4E78-33EC-474E-9A1E-50F013009DEF}" presName="hierChild5" presStyleCnt="0"/>
      <dgm:spPr/>
    </dgm:pt>
    <dgm:pt modelId="{0AB62E8A-10E3-4F89-8142-8DF14FFA1A24}" type="pres">
      <dgm:prSet presAssocID="{6670EEB0-AB7A-44C7-8099-111E972A0786}" presName="hierChild5" presStyleCnt="0"/>
      <dgm:spPr/>
    </dgm:pt>
    <dgm:pt modelId="{D43A2D05-E3D9-46DE-B66F-15D9AA883CF7}" type="pres">
      <dgm:prSet presAssocID="{A1A5146A-BED0-417E-9E43-3671ABBC9FA4}" presName="hierChild5" presStyleCnt="0"/>
      <dgm:spPr/>
    </dgm:pt>
    <dgm:pt modelId="{5CE4BF27-28FA-47A9-BDB4-D46FEC3A3302}" type="pres">
      <dgm:prSet presAssocID="{9DECBC3F-9611-4EED-B214-8DD04416B152}" presName="hierChild5" presStyleCnt="0"/>
      <dgm:spPr/>
    </dgm:pt>
    <dgm:pt modelId="{6B356816-3C50-4602-827E-5CA428897287}" type="pres">
      <dgm:prSet presAssocID="{BF935948-FBC8-4E9F-B780-9FEEE828F6D5}" presName="Name37" presStyleLbl="parChTrans1D3" presStyleIdx="2" presStyleCnt="5"/>
      <dgm:spPr/>
    </dgm:pt>
    <dgm:pt modelId="{6CE2DB1B-25DC-4CB1-94BC-8EA9260F54E3}" type="pres">
      <dgm:prSet presAssocID="{FF6D1D57-7806-4A23-9C0A-B524CDE42251}" presName="hierRoot2" presStyleCnt="0">
        <dgm:presLayoutVars>
          <dgm:hierBranch val="init"/>
        </dgm:presLayoutVars>
      </dgm:prSet>
      <dgm:spPr/>
    </dgm:pt>
    <dgm:pt modelId="{9E7E4C1B-9158-4869-B454-ADAD213807B2}" type="pres">
      <dgm:prSet presAssocID="{FF6D1D57-7806-4A23-9C0A-B524CDE42251}" presName="rootComposite" presStyleCnt="0"/>
      <dgm:spPr/>
    </dgm:pt>
    <dgm:pt modelId="{64F1B0A2-D513-4609-B94F-318153847971}" type="pres">
      <dgm:prSet presAssocID="{FF6D1D57-7806-4A23-9C0A-B524CDE42251}" presName="rootText" presStyleLbl="node3" presStyleIdx="2" presStyleCnt="5">
        <dgm:presLayoutVars>
          <dgm:chPref val="3"/>
        </dgm:presLayoutVars>
      </dgm:prSet>
      <dgm:spPr/>
    </dgm:pt>
    <dgm:pt modelId="{AB6A87A5-DB4A-462C-9DE5-C06F8760DE41}" type="pres">
      <dgm:prSet presAssocID="{FF6D1D57-7806-4A23-9C0A-B524CDE42251}" presName="rootConnector" presStyleLbl="node3" presStyleIdx="2" presStyleCnt="5"/>
      <dgm:spPr/>
    </dgm:pt>
    <dgm:pt modelId="{FED508B8-F4D0-4E3F-AA1E-39701FC7A293}" type="pres">
      <dgm:prSet presAssocID="{FF6D1D57-7806-4A23-9C0A-B524CDE42251}" presName="hierChild4" presStyleCnt="0"/>
      <dgm:spPr/>
    </dgm:pt>
    <dgm:pt modelId="{B134A567-B695-4AFC-90BB-2C4B7B898D43}" type="pres">
      <dgm:prSet presAssocID="{2E02949B-6BBC-473E-85E2-35673449B9C0}" presName="Name37" presStyleLbl="parChTrans1D4" presStyleIdx="7" presStyleCnt="12"/>
      <dgm:spPr/>
    </dgm:pt>
    <dgm:pt modelId="{C4234FF8-AB8F-48E8-97D4-34AE66F65782}" type="pres">
      <dgm:prSet presAssocID="{3D36011E-A6A9-4EAE-8840-9C934F17BEE2}" presName="hierRoot2" presStyleCnt="0">
        <dgm:presLayoutVars>
          <dgm:hierBranch val="init"/>
        </dgm:presLayoutVars>
      </dgm:prSet>
      <dgm:spPr/>
    </dgm:pt>
    <dgm:pt modelId="{B376FA95-BA34-4C1B-A56E-6D6EE30EAED5}" type="pres">
      <dgm:prSet presAssocID="{3D36011E-A6A9-4EAE-8840-9C934F17BEE2}" presName="rootComposite" presStyleCnt="0"/>
      <dgm:spPr/>
    </dgm:pt>
    <dgm:pt modelId="{29391FFD-AEFE-4AD2-B153-244FA3A20D59}" type="pres">
      <dgm:prSet presAssocID="{3D36011E-A6A9-4EAE-8840-9C934F17BEE2}" presName="rootText" presStyleLbl="node4" presStyleIdx="7" presStyleCnt="12">
        <dgm:presLayoutVars>
          <dgm:chPref val="3"/>
        </dgm:presLayoutVars>
      </dgm:prSet>
      <dgm:spPr/>
    </dgm:pt>
    <dgm:pt modelId="{1D3BFF75-8375-4995-A291-E4E889A4A286}" type="pres">
      <dgm:prSet presAssocID="{3D36011E-A6A9-4EAE-8840-9C934F17BEE2}" presName="rootConnector" presStyleLbl="node4" presStyleIdx="7" presStyleCnt="12"/>
      <dgm:spPr/>
    </dgm:pt>
    <dgm:pt modelId="{512D284A-D88E-4217-A667-4E63AB026704}" type="pres">
      <dgm:prSet presAssocID="{3D36011E-A6A9-4EAE-8840-9C934F17BEE2}" presName="hierChild4" presStyleCnt="0"/>
      <dgm:spPr/>
    </dgm:pt>
    <dgm:pt modelId="{D88F3D11-BD65-420D-968A-D5EAD368BD19}" type="pres">
      <dgm:prSet presAssocID="{99DA5EC7-B7C3-45BD-B82E-75A8297C587B}" presName="Name37" presStyleLbl="parChTrans1D4" presStyleIdx="8" presStyleCnt="12"/>
      <dgm:spPr/>
    </dgm:pt>
    <dgm:pt modelId="{39FB809D-B47C-431B-9110-2B07CDB9DCB1}" type="pres">
      <dgm:prSet presAssocID="{761E3298-A3D6-4B4B-85DB-D6B14E3C7474}" presName="hierRoot2" presStyleCnt="0">
        <dgm:presLayoutVars>
          <dgm:hierBranch/>
        </dgm:presLayoutVars>
      </dgm:prSet>
      <dgm:spPr/>
    </dgm:pt>
    <dgm:pt modelId="{9284D84B-AC02-481B-925A-C33FDDFC5259}" type="pres">
      <dgm:prSet presAssocID="{761E3298-A3D6-4B4B-85DB-D6B14E3C7474}" presName="rootComposite" presStyleCnt="0"/>
      <dgm:spPr/>
    </dgm:pt>
    <dgm:pt modelId="{C78C5C8B-FEFC-4E4E-A3A9-62C6CF4D8F50}" type="pres">
      <dgm:prSet presAssocID="{761E3298-A3D6-4B4B-85DB-D6B14E3C7474}" presName="rootText" presStyleLbl="node4" presStyleIdx="8" presStyleCnt="12">
        <dgm:presLayoutVars>
          <dgm:chPref val="3"/>
        </dgm:presLayoutVars>
      </dgm:prSet>
      <dgm:spPr/>
    </dgm:pt>
    <dgm:pt modelId="{63E4258A-A992-42AA-A55D-1DF136D70A40}" type="pres">
      <dgm:prSet presAssocID="{761E3298-A3D6-4B4B-85DB-D6B14E3C7474}" presName="rootConnector" presStyleLbl="node4" presStyleIdx="8" presStyleCnt="12"/>
      <dgm:spPr/>
    </dgm:pt>
    <dgm:pt modelId="{FEADA57F-5437-4B9B-ACB3-05145BCACBD0}" type="pres">
      <dgm:prSet presAssocID="{761E3298-A3D6-4B4B-85DB-D6B14E3C7474}" presName="hierChild4" presStyleCnt="0"/>
      <dgm:spPr/>
    </dgm:pt>
    <dgm:pt modelId="{5D509E65-F039-4C13-B875-306840C19611}" type="pres">
      <dgm:prSet presAssocID="{2D8250C3-1D12-499F-996D-D784362E32B3}" presName="Name35" presStyleLbl="parChTrans1D4" presStyleIdx="9" presStyleCnt="12"/>
      <dgm:spPr/>
    </dgm:pt>
    <dgm:pt modelId="{845E0442-7A49-43BD-A69E-D32D2713B6EB}" type="pres">
      <dgm:prSet presAssocID="{5304DD32-5481-4A68-ACC2-3A51537880FF}" presName="hierRoot2" presStyleCnt="0">
        <dgm:presLayoutVars>
          <dgm:hierBranch val="init"/>
        </dgm:presLayoutVars>
      </dgm:prSet>
      <dgm:spPr/>
    </dgm:pt>
    <dgm:pt modelId="{AE419D02-D78D-440E-BF86-7731534CAD35}" type="pres">
      <dgm:prSet presAssocID="{5304DD32-5481-4A68-ACC2-3A51537880FF}" presName="rootComposite" presStyleCnt="0"/>
      <dgm:spPr/>
    </dgm:pt>
    <dgm:pt modelId="{93B0C988-C7D4-46EE-AA63-AC78AE4E5E5E}" type="pres">
      <dgm:prSet presAssocID="{5304DD32-5481-4A68-ACC2-3A51537880FF}" presName="rootText" presStyleLbl="node4" presStyleIdx="9" presStyleCnt="12">
        <dgm:presLayoutVars>
          <dgm:chPref val="3"/>
        </dgm:presLayoutVars>
      </dgm:prSet>
      <dgm:spPr/>
    </dgm:pt>
    <dgm:pt modelId="{F90685E9-DD6A-4A07-AB44-1B47963D3172}" type="pres">
      <dgm:prSet presAssocID="{5304DD32-5481-4A68-ACC2-3A51537880FF}" presName="rootConnector" presStyleLbl="node4" presStyleIdx="9" presStyleCnt="12"/>
      <dgm:spPr/>
    </dgm:pt>
    <dgm:pt modelId="{FEDC26BC-8BBC-46BA-BBDC-3A4CBDEFB5D9}" type="pres">
      <dgm:prSet presAssocID="{5304DD32-5481-4A68-ACC2-3A51537880FF}" presName="hierChild4" presStyleCnt="0"/>
      <dgm:spPr/>
    </dgm:pt>
    <dgm:pt modelId="{BF5B5DFD-1C71-4E9B-A0B6-B8E81B4ED644}" type="pres">
      <dgm:prSet presAssocID="{5304DD32-5481-4A68-ACC2-3A51537880FF}" presName="hierChild5" presStyleCnt="0"/>
      <dgm:spPr/>
    </dgm:pt>
    <dgm:pt modelId="{840B5690-5663-4A7F-85F0-D2480184FA42}" type="pres">
      <dgm:prSet presAssocID="{761E3298-A3D6-4B4B-85DB-D6B14E3C7474}" presName="hierChild5" presStyleCnt="0"/>
      <dgm:spPr/>
    </dgm:pt>
    <dgm:pt modelId="{EEDA48C3-AC9E-47A9-A8B3-52102D56CC41}" type="pres">
      <dgm:prSet presAssocID="{3D36011E-A6A9-4EAE-8840-9C934F17BEE2}" presName="hierChild5" presStyleCnt="0"/>
      <dgm:spPr/>
    </dgm:pt>
    <dgm:pt modelId="{C48CF798-5476-40DE-8D7F-4D2C933DFCD5}" type="pres">
      <dgm:prSet presAssocID="{FF6D1D57-7806-4A23-9C0A-B524CDE42251}" presName="hierChild5" presStyleCnt="0"/>
      <dgm:spPr/>
    </dgm:pt>
    <dgm:pt modelId="{A22273BC-18D8-4075-982B-65CEDB336C60}" type="pres">
      <dgm:prSet presAssocID="{BB695240-61AB-4407-8E5E-DB376EFAA976}" presName="hierChild5" presStyleCnt="0"/>
      <dgm:spPr/>
    </dgm:pt>
    <dgm:pt modelId="{46FCB148-B87B-4CBA-AE16-1664B3753871}" type="pres">
      <dgm:prSet presAssocID="{3ACEFEA6-C93A-49C4-B457-37EA3BEF8C86}" presName="Name37" presStyleLbl="parChTrans1D2" presStyleIdx="1" presStyleCnt="2"/>
      <dgm:spPr/>
    </dgm:pt>
    <dgm:pt modelId="{14CF90EC-259F-4B14-8FCA-8973622D2CB7}" type="pres">
      <dgm:prSet presAssocID="{C7A1BBD8-FF15-4085-9892-0DDEC8979D0B}" presName="hierRoot2" presStyleCnt="0">
        <dgm:presLayoutVars>
          <dgm:hierBranch val="init"/>
        </dgm:presLayoutVars>
      </dgm:prSet>
      <dgm:spPr/>
    </dgm:pt>
    <dgm:pt modelId="{F98C0903-E03C-4DCB-AB23-DA04290077C9}" type="pres">
      <dgm:prSet presAssocID="{C7A1BBD8-FF15-4085-9892-0DDEC8979D0B}" presName="rootComposite" presStyleCnt="0"/>
      <dgm:spPr/>
    </dgm:pt>
    <dgm:pt modelId="{BB356D03-0473-473A-AA21-68EACEC8EA0B}" type="pres">
      <dgm:prSet presAssocID="{C7A1BBD8-FF15-4085-9892-0DDEC8979D0B}" presName="rootText" presStyleLbl="node2" presStyleIdx="1" presStyleCnt="2">
        <dgm:presLayoutVars>
          <dgm:chPref val="3"/>
        </dgm:presLayoutVars>
      </dgm:prSet>
      <dgm:spPr/>
    </dgm:pt>
    <dgm:pt modelId="{A6717787-6B03-471F-8230-C2F2D364D11C}" type="pres">
      <dgm:prSet presAssocID="{C7A1BBD8-FF15-4085-9892-0DDEC8979D0B}" presName="rootConnector" presStyleLbl="node2" presStyleIdx="1" presStyleCnt="2"/>
      <dgm:spPr/>
    </dgm:pt>
    <dgm:pt modelId="{80FC5EDF-93C9-4903-95CA-7C3C4521E508}" type="pres">
      <dgm:prSet presAssocID="{C7A1BBD8-FF15-4085-9892-0DDEC8979D0B}" presName="hierChild4" presStyleCnt="0"/>
      <dgm:spPr/>
    </dgm:pt>
    <dgm:pt modelId="{AD8C8400-436C-49CF-8F75-184EAF1BEE2F}" type="pres">
      <dgm:prSet presAssocID="{7B8D3728-98B0-4621-8282-C0E6BEAF899D}" presName="Name37" presStyleLbl="parChTrans1D3" presStyleIdx="3" presStyleCnt="5"/>
      <dgm:spPr/>
    </dgm:pt>
    <dgm:pt modelId="{20636671-1D0B-4DC8-8269-690F08274264}" type="pres">
      <dgm:prSet presAssocID="{934975B2-71E7-497A-B8BB-702F1F450177}" presName="hierRoot2" presStyleCnt="0">
        <dgm:presLayoutVars>
          <dgm:hierBranch/>
        </dgm:presLayoutVars>
      </dgm:prSet>
      <dgm:spPr/>
    </dgm:pt>
    <dgm:pt modelId="{AF5F2B74-0047-404C-AE52-4898D640CD83}" type="pres">
      <dgm:prSet presAssocID="{934975B2-71E7-497A-B8BB-702F1F450177}" presName="rootComposite" presStyleCnt="0"/>
      <dgm:spPr/>
    </dgm:pt>
    <dgm:pt modelId="{163520D1-F5C5-42CE-AC3F-E99395815B54}" type="pres">
      <dgm:prSet presAssocID="{934975B2-71E7-497A-B8BB-702F1F450177}" presName="rootText" presStyleLbl="node3" presStyleIdx="3" presStyleCnt="5">
        <dgm:presLayoutVars>
          <dgm:chPref val="3"/>
        </dgm:presLayoutVars>
      </dgm:prSet>
      <dgm:spPr/>
    </dgm:pt>
    <dgm:pt modelId="{F1E1746B-5555-4AD9-8307-576434BDB067}" type="pres">
      <dgm:prSet presAssocID="{934975B2-71E7-497A-B8BB-702F1F450177}" presName="rootConnector" presStyleLbl="node3" presStyleIdx="3" presStyleCnt="5"/>
      <dgm:spPr/>
    </dgm:pt>
    <dgm:pt modelId="{FE1E9AA5-4596-40BB-BE8A-8A71276703B4}" type="pres">
      <dgm:prSet presAssocID="{934975B2-71E7-497A-B8BB-702F1F450177}" presName="hierChild4" presStyleCnt="0"/>
      <dgm:spPr/>
    </dgm:pt>
    <dgm:pt modelId="{25863A9C-3731-4569-B396-3A6DA81285C0}" type="pres">
      <dgm:prSet presAssocID="{16069416-ECF3-4612-9A73-3B152D408775}" presName="Name35" presStyleLbl="parChTrans1D4" presStyleIdx="10" presStyleCnt="12"/>
      <dgm:spPr/>
    </dgm:pt>
    <dgm:pt modelId="{8E90B8F7-3476-4E56-9262-5854AAD95942}" type="pres">
      <dgm:prSet presAssocID="{76D0BFD2-C64A-4FBB-9A41-AC1D90B2DE30}" presName="hierRoot2" presStyleCnt="0">
        <dgm:presLayoutVars>
          <dgm:hierBranch val="init"/>
        </dgm:presLayoutVars>
      </dgm:prSet>
      <dgm:spPr/>
    </dgm:pt>
    <dgm:pt modelId="{EFE9054F-F194-42F9-8D60-D5420FF8D637}" type="pres">
      <dgm:prSet presAssocID="{76D0BFD2-C64A-4FBB-9A41-AC1D90B2DE30}" presName="rootComposite" presStyleCnt="0"/>
      <dgm:spPr/>
    </dgm:pt>
    <dgm:pt modelId="{CF059E02-8E8F-43A3-AE27-8269B4559480}" type="pres">
      <dgm:prSet presAssocID="{76D0BFD2-C64A-4FBB-9A41-AC1D90B2DE30}" presName="rootText" presStyleLbl="node4" presStyleIdx="10" presStyleCnt="12">
        <dgm:presLayoutVars>
          <dgm:chPref val="3"/>
        </dgm:presLayoutVars>
      </dgm:prSet>
      <dgm:spPr/>
    </dgm:pt>
    <dgm:pt modelId="{0809250C-4D03-4256-9BD4-3213F2AFDB5F}" type="pres">
      <dgm:prSet presAssocID="{76D0BFD2-C64A-4FBB-9A41-AC1D90B2DE30}" presName="rootConnector" presStyleLbl="node4" presStyleIdx="10" presStyleCnt="12"/>
      <dgm:spPr/>
    </dgm:pt>
    <dgm:pt modelId="{33F94E79-320B-4B46-B308-CC22BCCD5862}" type="pres">
      <dgm:prSet presAssocID="{76D0BFD2-C64A-4FBB-9A41-AC1D90B2DE30}" presName="hierChild4" presStyleCnt="0"/>
      <dgm:spPr/>
    </dgm:pt>
    <dgm:pt modelId="{1932BCB7-CECE-4594-8BD4-2509183CC92B}" type="pres">
      <dgm:prSet presAssocID="{76D0BFD2-C64A-4FBB-9A41-AC1D90B2DE30}" presName="hierChild5" presStyleCnt="0"/>
      <dgm:spPr/>
    </dgm:pt>
    <dgm:pt modelId="{BD4684ED-D789-49C5-86C1-AD742E73BC2C}" type="pres">
      <dgm:prSet presAssocID="{934975B2-71E7-497A-B8BB-702F1F450177}" presName="hierChild5" presStyleCnt="0"/>
      <dgm:spPr/>
    </dgm:pt>
    <dgm:pt modelId="{8F0DAB45-3490-425F-BAB4-AA1B1BD19535}" type="pres">
      <dgm:prSet presAssocID="{E0DBF4BA-176A-4982-96DC-E49177177A37}" presName="Name37" presStyleLbl="parChTrans1D3" presStyleIdx="4" presStyleCnt="5"/>
      <dgm:spPr/>
    </dgm:pt>
    <dgm:pt modelId="{02BF4788-60E9-45A1-B2BC-2F24A7F60B92}" type="pres">
      <dgm:prSet presAssocID="{8CAAB792-6FFB-4CD7-BCCD-A5F9B5665706}" presName="hierRoot2" presStyleCnt="0">
        <dgm:presLayoutVars>
          <dgm:hierBranch/>
        </dgm:presLayoutVars>
      </dgm:prSet>
      <dgm:spPr/>
    </dgm:pt>
    <dgm:pt modelId="{FA9A1B3B-5ECC-4FFA-B184-7930D7C62B75}" type="pres">
      <dgm:prSet presAssocID="{8CAAB792-6FFB-4CD7-BCCD-A5F9B5665706}" presName="rootComposite" presStyleCnt="0"/>
      <dgm:spPr/>
    </dgm:pt>
    <dgm:pt modelId="{14FCF337-8A44-4021-8A34-A4DACC4BCEE9}" type="pres">
      <dgm:prSet presAssocID="{8CAAB792-6FFB-4CD7-BCCD-A5F9B5665706}" presName="rootText" presStyleLbl="node3" presStyleIdx="4" presStyleCnt="5">
        <dgm:presLayoutVars>
          <dgm:chPref val="3"/>
        </dgm:presLayoutVars>
      </dgm:prSet>
      <dgm:spPr/>
    </dgm:pt>
    <dgm:pt modelId="{3E527070-8DB9-4FC6-A2FD-764C427191E7}" type="pres">
      <dgm:prSet presAssocID="{8CAAB792-6FFB-4CD7-BCCD-A5F9B5665706}" presName="rootConnector" presStyleLbl="node3" presStyleIdx="4" presStyleCnt="5"/>
      <dgm:spPr/>
    </dgm:pt>
    <dgm:pt modelId="{C6983802-DA70-4A02-94A4-E52383E05D03}" type="pres">
      <dgm:prSet presAssocID="{8CAAB792-6FFB-4CD7-BCCD-A5F9B5665706}" presName="hierChild4" presStyleCnt="0"/>
      <dgm:spPr/>
    </dgm:pt>
    <dgm:pt modelId="{F804D0E1-B530-427B-8AB4-6D8DDA9377FC}" type="pres">
      <dgm:prSet presAssocID="{265FACA1-A7B2-43EB-BD2D-655CCA63C100}" presName="Name35" presStyleLbl="parChTrans1D4" presStyleIdx="11" presStyleCnt="12"/>
      <dgm:spPr/>
    </dgm:pt>
    <dgm:pt modelId="{FFE61E46-2494-476F-8B01-BD0E8DF03E9A}" type="pres">
      <dgm:prSet presAssocID="{D72F4B1E-8789-4EBB-A1EC-62992C0833F5}" presName="hierRoot2" presStyleCnt="0">
        <dgm:presLayoutVars>
          <dgm:hierBranch/>
        </dgm:presLayoutVars>
      </dgm:prSet>
      <dgm:spPr/>
    </dgm:pt>
    <dgm:pt modelId="{14C6AF3D-27D7-463A-99E8-28B26394C07F}" type="pres">
      <dgm:prSet presAssocID="{D72F4B1E-8789-4EBB-A1EC-62992C0833F5}" presName="rootComposite" presStyleCnt="0"/>
      <dgm:spPr/>
    </dgm:pt>
    <dgm:pt modelId="{301A808E-E462-4EFF-9696-8537F535908B}" type="pres">
      <dgm:prSet presAssocID="{D72F4B1E-8789-4EBB-A1EC-62992C0833F5}" presName="rootText" presStyleLbl="node4" presStyleIdx="11" presStyleCnt="12">
        <dgm:presLayoutVars>
          <dgm:chPref val="3"/>
        </dgm:presLayoutVars>
      </dgm:prSet>
      <dgm:spPr/>
    </dgm:pt>
    <dgm:pt modelId="{78473D07-4826-47CF-805A-6B27CD79AC40}" type="pres">
      <dgm:prSet presAssocID="{D72F4B1E-8789-4EBB-A1EC-62992C0833F5}" presName="rootConnector" presStyleLbl="node4" presStyleIdx="11" presStyleCnt="12"/>
      <dgm:spPr/>
    </dgm:pt>
    <dgm:pt modelId="{6C4B58FA-87EF-4D4B-BE71-27A8C11A5AD8}" type="pres">
      <dgm:prSet presAssocID="{D72F4B1E-8789-4EBB-A1EC-62992C0833F5}" presName="hierChild4" presStyleCnt="0"/>
      <dgm:spPr/>
    </dgm:pt>
    <dgm:pt modelId="{EC8867E5-2B5E-40D2-9F43-9C1A9039F37E}" type="pres">
      <dgm:prSet presAssocID="{D72F4B1E-8789-4EBB-A1EC-62992C0833F5}" presName="hierChild5" presStyleCnt="0"/>
      <dgm:spPr/>
    </dgm:pt>
    <dgm:pt modelId="{86B4AAF4-63D8-41AD-894D-C66C883E7B1C}" type="pres">
      <dgm:prSet presAssocID="{8CAAB792-6FFB-4CD7-BCCD-A5F9B5665706}" presName="hierChild5" presStyleCnt="0"/>
      <dgm:spPr/>
    </dgm:pt>
    <dgm:pt modelId="{DF89CD9F-8080-451D-AF82-EFD8C38B9D2C}" type="pres">
      <dgm:prSet presAssocID="{C7A1BBD8-FF15-4085-9892-0DDEC8979D0B}" presName="hierChild5" presStyleCnt="0"/>
      <dgm:spPr/>
    </dgm:pt>
    <dgm:pt modelId="{277A78BB-C089-4C0E-A2A9-F5E43BF3829D}" type="pres">
      <dgm:prSet presAssocID="{0D2DE59C-0A61-4CCF-AA58-1242B48320B2}" presName="hierChild3" presStyleCnt="0"/>
      <dgm:spPr/>
    </dgm:pt>
  </dgm:ptLst>
  <dgm:cxnLst>
    <dgm:cxn modelId="{77DE4F03-7809-4A6D-A12A-4B2300F6A490}" type="presOf" srcId="{99DA5EC7-B7C3-45BD-B82E-75A8297C587B}" destId="{D88F3D11-BD65-420D-968A-D5EAD368BD19}" srcOrd="0" destOrd="0" presId="urn:microsoft.com/office/officeart/2005/8/layout/orgChart1"/>
    <dgm:cxn modelId="{BF837904-8660-4D38-97FF-65BEE239C683}" type="presOf" srcId="{3D36011E-A6A9-4EAE-8840-9C934F17BEE2}" destId="{1D3BFF75-8375-4995-A291-E4E889A4A286}" srcOrd="1" destOrd="0" presId="urn:microsoft.com/office/officeart/2005/8/layout/orgChart1"/>
    <dgm:cxn modelId="{37CC4905-1FCD-4747-97E9-12BFF89A7FDF}" type="presOf" srcId="{D72F4B1E-8789-4EBB-A1EC-62992C0833F5}" destId="{301A808E-E462-4EFF-9696-8537F535908B}" srcOrd="0" destOrd="0" presId="urn:microsoft.com/office/officeart/2005/8/layout/orgChart1"/>
    <dgm:cxn modelId="{198D4C0F-4F77-44AB-ADC6-B94BE952818A}" type="presOf" srcId="{1328D4A3-5B9C-4899-8409-ADAA8E0CE627}" destId="{93D72B8D-3C8D-492B-9A2B-5D3B4EB3A9AE}" srcOrd="1" destOrd="0" presId="urn:microsoft.com/office/officeart/2005/8/layout/orgChart1"/>
    <dgm:cxn modelId="{8AB4A511-9D7B-47A9-A8EB-AE84FE798212}" type="presOf" srcId="{0D2DE59C-0A61-4CCF-AA58-1242B48320B2}" destId="{BC3E600C-EC5C-448F-B810-75CDE551E689}" srcOrd="0" destOrd="0" presId="urn:microsoft.com/office/officeart/2005/8/layout/orgChart1"/>
    <dgm:cxn modelId="{205AC615-293D-47C2-92ED-EEC9CB7C8E71}" srcId="{A1A5146A-BED0-417E-9E43-3671ABBC9FA4}" destId="{6670EEB0-AB7A-44C7-8099-111E972A0786}" srcOrd="0" destOrd="0" parTransId="{0DAA752F-9711-4D13-B8D0-BB3B1B89DE9C}" sibTransId="{20595B65-4ED0-4C99-AC1B-BAA54BEB92E9}"/>
    <dgm:cxn modelId="{A395FC15-1FDC-4D42-8BA6-3D1878B4BAAE}" type="presOf" srcId="{1ACF0945-91BF-4036-84FD-5EF08573BC7F}" destId="{B6B7387C-9CE8-4ABC-A6E6-539848473D63}" srcOrd="0" destOrd="0" presId="urn:microsoft.com/office/officeart/2005/8/layout/orgChart1"/>
    <dgm:cxn modelId="{CC92F31D-C0DE-4966-AB06-BC1A0424A57E}" type="presOf" srcId="{7B8D3728-98B0-4621-8282-C0E6BEAF899D}" destId="{AD8C8400-436C-49CF-8F75-184EAF1BEE2F}" srcOrd="0" destOrd="0" presId="urn:microsoft.com/office/officeart/2005/8/layout/orgChart1"/>
    <dgm:cxn modelId="{CF7E241E-B899-41C2-B19D-60815B5D7DCE}" srcId="{9DECBC3F-9611-4EED-B214-8DD04416B152}" destId="{A1A5146A-BED0-417E-9E43-3671ABBC9FA4}" srcOrd="1" destOrd="0" parTransId="{D7D86CC3-F0DF-4572-9A8F-15D2C9E00E1C}" sibTransId="{2C6E9127-54E5-49CF-A127-D12E9EEEF808}"/>
    <dgm:cxn modelId="{6F05D21F-B18C-45E5-BD5F-9C893ACB7D31}" type="presOf" srcId="{D72F4B1E-8789-4EBB-A1EC-62992C0833F5}" destId="{78473D07-4826-47CF-805A-6B27CD79AC40}" srcOrd="1" destOrd="0" presId="urn:microsoft.com/office/officeart/2005/8/layout/orgChart1"/>
    <dgm:cxn modelId="{E30D5B21-C722-4A5F-B97B-441263FFC657}" type="presOf" srcId="{934975B2-71E7-497A-B8BB-702F1F450177}" destId="{163520D1-F5C5-42CE-AC3F-E99395815B54}" srcOrd="0" destOrd="0" presId="urn:microsoft.com/office/officeart/2005/8/layout/orgChart1"/>
    <dgm:cxn modelId="{9C369E25-D47D-4447-8566-1A045D5CF2AF}" type="presOf" srcId="{75B9B2CF-C039-4858-A6F1-16B73ECC75B5}" destId="{DDE3EBE1-DFE9-484D-A96D-47762ACA20E6}" srcOrd="0" destOrd="0" presId="urn:microsoft.com/office/officeart/2005/8/layout/orgChart1"/>
    <dgm:cxn modelId="{A7D47226-FD5D-4D08-B9A0-29B80F0C23C6}" type="presOf" srcId="{1533D823-E073-45B0-B321-DB945FC20A07}" destId="{BF2022DF-DB40-4567-9271-D18BB187AD27}" srcOrd="0" destOrd="0" presId="urn:microsoft.com/office/officeart/2005/8/layout/orgChart1"/>
    <dgm:cxn modelId="{4255842E-72FD-4C30-8C1C-6E72B58DDF52}" type="presOf" srcId="{2D8250C3-1D12-499F-996D-D784362E32B3}" destId="{5D509E65-F039-4C13-B875-306840C19611}" srcOrd="0" destOrd="0" presId="urn:microsoft.com/office/officeart/2005/8/layout/orgChart1"/>
    <dgm:cxn modelId="{6B647431-E2A2-488E-8254-A19F49A9724B}" type="presOf" srcId="{A7AE68BC-E761-47D7-BDB0-5ED4326F5A7C}" destId="{4BB1845B-79B3-4A57-903D-38D708953DFB}" srcOrd="0" destOrd="0" presId="urn:microsoft.com/office/officeart/2005/8/layout/orgChart1"/>
    <dgm:cxn modelId="{930C0D37-13B1-4E66-8CD8-85AE13E1991F}" srcId="{8CAAB792-6FFB-4CD7-BCCD-A5F9B5665706}" destId="{D72F4B1E-8789-4EBB-A1EC-62992C0833F5}" srcOrd="0" destOrd="0" parTransId="{265FACA1-A7B2-43EB-BD2D-655CCA63C100}" sibTransId="{13959056-8694-4B19-B264-30767BF9BE41}"/>
    <dgm:cxn modelId="{63EAA63A-A435-4EAF-8F5B-2F8544E955A7}" type="presOf" srcId="{A87ACEE4-07F0-45BB-BA34-65DB7BD0579F}" destId="{ECBE314C-105E-4DD5-87D7-6E01BD2D48B0}" srcOrd="0" destOrd="0" presId="urn:microsoft.com/office/officeart/2005/8/layout/orgChart1"/>
    <dgm:cxn modelId="{0BA4D73A-EDDC-47D2-AC5D-FF318FF936A1}" srcId="{FF6D1D57-7806-4A23-9C0A-B524CDE42251}" destId="{3D36011E-A6A9-4EAE-8840-9C934F17BEE2}" srcOrd="0" destOrd="0" parTransId="{2E02949B-6BBC-473E-85E2-35673449B9C0}" sibTransId="{344B5C39-9C19-4FA3-8903-609BD8E9C73D}"/>
    <dgm:cxn modelId="{CECC523B-560A-4B25-903B-9C8C4C76A8F6}" type="presOf" srcId="{265FACA1-A7B2-43EB-BD2D-655CCA63C100}" destId="{F804D0E1-B530-427B-8AB4-6D8DDA9377FC}" srcOrd="0" destOrd="0" presId="urn:microsoft.com/office/officeart/2005/8/layout/orgChart1"/>
    <dgm:cxn modelId="{99035C3C-8A7F-46A1-8B54-309DDAD2210C}" type="presOf" srcId="{BB695240-61AB-4407-8E5E-DB376EFAA976}" destId="{902ED455-E1D9-46ED-9EEA-B34FEE2EAD50}" srcOrd="1" destOrd="0" presId="urn:microsoft.com/office/officeart/2005/8/layout/orgChart1"/>
    <dgm:cxn modelId="{1BAB9E3E-8001-44C9-B365-D06704DB2AD2}" type="presOf" srcId="{C7A1BBD8-FF15-4085-9892-0DDEC8979D0B}" destId="{A6717787-6B03-471F-8230-C2F2D364D11C}" srcOrd="1" destOrd="0" presId="urn:microsoft.com/office/officeart/2005/8/layout/orgChart1"/>
    <dgm:cxn modelId="{89E73140-E939-4A0C-B86E-3FFEDEED7DE3}" type="presOf" srcId="{8CAAB792-6FFB-4CD7-BCCD-A5F9B5665706}" destId="{3E527070-8DB9-4FC6-A2FD-764C427191E7}" srcOrd="1" destOrd="0" presId="urn:microsoft.com/office/officeart/2005/8/layout/orgChart1"/>
    <dgm:cxn modelId="{D3EEC45D-CED8-4F21-B993-C56B8C113E0B}" type="presOf" srcId="{0DAA752F-9711-4D13-B8D0-BB3B1B89DE9C}" destId="{86CB652D-6715-4807-AE65-B68548F10976}" srcOrd="0" destOrd="0" presId="urn:microsoft.com/office/officeart/2005/8/layout/orgChart1"/>
    <dgm:cxn modelId="{9734A242-2322-4695-98F6-6B3B6CE44CD2}" type="presOf" srcId="{FC8D2B5F-99B8-4CCA-8057-1DB7E562E62D}" destId="{651966B0-5ED2-4A45-A8DC-8552CD8BBB05}" srcOrd="0" destOrd="0" presId="urn:microsoft.com/office/officeart/2005/8/layout/orgChart1"/>
    <dgm:cxn modelId="{26278264-34E8-41D0-A25F-BD8E898F30BC}" type="presOf" srcId="{A87ACEE4-07F0-45BB-BA34-65DB7BD0579F}" destId="{FDCACBBF-6B44-4983-9D19-954712DF02D6}" srcOrd="1" destOrd="0" presId="urn:microsoft.com/office/officeart/2005/8/layout/orgChart1"/>
    <dgm:cxn modelId="{A0369A45-17B3-49C7-954C-8F7DAAC7683A}" type="presOf" srcId="{509B1529-C98B-42F0-B44A-4DA921EC2964}" destId="{AF9835A3-AE65-4701-B0C9-CFFA0D75A629}" srcOrd="0" destOrd="0" presId="urn:microsoft.com/office/officeart/2005/8/layout/orgChart1"/>
    <dgm:cxn modelId="{ABA13447-E365-448B-AF65-6EAAA4444256}" type="presOf" srcId="{5304DD32-5481-4A68-ACC2-3A51537880FF}" destId="{F90685E9-DD6A-4A07-AB44-1B47963D3172}" srcOrd="1" destOrd="0" presId="urn:microsoft.com/office/officeart/2005/8/layout/orgChart1"/>
    <dgm:cxn modelId="{70DA9D47-8D0B-479F-A244-D5BB4F4CD840}" srcId="{1328D4A3-5B9C-4899-8409-ADAA8E0CE627}" destId="{1533D823-E073-45B0-B321-DB945FC20A07}" srcOrd="0" destOrd="0" parTransId="{0B58A59D-52F5-4ECB-8FF1-A42E8D7F6ACD}" sibTransId="{79953FC6-52FB-4A9F-A3E0-8EC07FED38FE}"/>
    <dgm:cxn modelId="{F443A269-3467-4F03-A5C4-E8F0472F1321}" type="presOf" srcId="{76D0BFD2-C64A-4FBB-9A41-AC1D90B2DE30}" destId="{0809250C-4D03-4256-9BD4-3213F2AFDB5F}" srcOrd="1" destOrd="0" presId="urn:microsoft.com/office/officeart/2005/8/layout/orgChart1"/>
    <dgm:cxn modelId="{B07D8F6A-93E5-44A5-A999-4EEA5C9FFEE8}" type="presOf" srcId="{934975B2-71E7-497A-B8BB-702F1F450177}" destId="{F1E1746B-5555-4AD9-8307-576434BDB067}" srcOrd="1" destOrd="0" presId="urn:microsoft.com/office/officeart/2005/8/layout/orgChart1"/>
    <dgm:cxn modelId="{0715EE6B-7BB3-431D-B1DA-1D49503FCCAD}" type="presOf" srcId="{0D2DE59C-0A61-4CCF-AA58-1242B48320B2}" destId="{4164F92A-B32D-4EBD-A9F1-D0E2FCB194F8}" srcOrd="1" destOrd="0" presId="urn:microsoft.com/office/officeart/2005/8/layout/orgChart1"/>
    <dgm:cxn modelId="{7B2C5C4D-4508-45D6-A6E4-0F30014BD928}" srcId="{BB695240-61AB-4407-8E5E-DB376EFAA976}" destId="{9DECBC3F-9611-4EED-B214-8DD04416B152}" srcOrd="1" destOrd="0" parTransId="{8349EDB2-606F-400A-82A1-D7208D1CC8C8}" sibTransId="{D6982BB4-CDE9-49AE-BAF5-9AE1076F7C16}"/>
    <dgm:cxn modelId="{3768626D-5CF9-4363-AB5E-41E920E1B9A5}" srcId="{C7A1BBD8-FF15-4085-9892-0DDEC8979D0B}" destId="{8CAAB792-6FFB-4CD7-BCCD-A5F9B5665706}" srcOrd="1" destOrd="0" parTransId="{E0DBF4BA-176A-4982-96DC-E49177177A37}" sibTransId="{A7F761F8-EB57-465C-97D7-0B1A9A941B0F}"/>
    <dgm:cxn modelId="{0C799450-EF12-4526-B06F-9C06A0F95C25}" type="presOf" srcId="{A7AE68BC-E761-47D7-BDB0-5ED4326F5A7C}" destId="{5490133C-E815-4C04-90ED-C3F6820D1E52}" srcOrd="1" destOrd="0" presId="urn:microsoft.com/office/officeart/2005/8/layout/orgChart1"/>
    <dgm:cxn modelId="{5DE89970-B511-472C-9293-9D885728F435}" type="presOf" srcId="{D7D86CC3-F0DF-4572-9A8F-15D2C9E00E1C}" destId="{FEA78348-8B9A-4A6F-9880-517E0A99CFF6}" srcOrd="0" destOrd="0" presId="urn:microsoft.com/office/officeart/2005/8/layout/orgChart1"/>
    <dgm:cxn modelId="{339F7472-70C1-4917-ACAD-587276BB5753}" type="presOf" srcId="{761E3298-A3D6-4B4B-85DB-D6B14E3C7474}" destId="{63E4258A-A992-42AA-A55D-1DF136D70A40}" srcOrd="1" destOrd="0" presId="urn:microsoft.com/office/officeart/2005/8/layout/orgChart1"/>
    <dgm:cxn modelId="{B2499E52-12C7-4755-A14E-79FA07EBA927}" srcId="{BB695240-61AB-4407-8E5E-DB376EFAA976}" destId="{702BDDE2-B340-4E45-B0F2-20FA9903A0BB}" srcOrd="0" destOrd="0" parTransId="{FC8D2B5F-99B8-4CCA-8057-1DB7E562E62D}" sibTransId="{5E22BB66-F2EC-40CE-9DC3-152D65D635DE}"/>
    <dgm:cxn modelId="{7D0DFB52-AB24-4B97-978F-25EAACFAA67C}" type="presOf" srcId="{A1A5146A-BED0-417E-9E43-3671ABBC9FA4}" destId="{D0BB60DE-634C-44C2-BB6D-7B38405B63BE}" srcOrd="1" destOrd="0" presId="urn:microsoft.com/office/officeart/2005/8/layout/orgChart1"/>
    <dgm:cxn modelId="{2CA45F77-AB99-456F-9BA0-807E8D903222}" srcId="{BB695240-61AB-4407-8E5E-DB376EFAA976}" destId="{FF6D1D57-7806-4A23-9C0A-B524CDE42251}" srcOrd="2" destOrd="0" parTransId="{BF935948-FBC8-4E9F-B780-9FEEE828F6D5}" sibTransId="{E6AEEB5F-D810-4B8A-A069-EAECF96F5458}"/>
    <dgm:cxn modelId="{F4F5D557-411D-4F4E-A139-DDF2506504A0}" srcId="{C7A1BBD8-FF15-4085-9892-0DDEC8979D0B}" destId="{934975B2-71E7-497A-B8BB-702F1F450177}" srcOrd="0" destOrd="0" parTransId="{7B8D3728-98B0-4621-8282-C0E6BEAF899D}" sibTransId="{9CACB32B-3B10-4DB6-8350-E3437E4B3673}"/>
    <dgm:cxn modelId="{5180487A-22AF-40D7-BDDE-36D3639852A9}" srcId="{35C9E624-B189-4A78-94F4-4289AD6A67F4}" destId="{0D2DE59C-0A61-4CCF-AA58-1242B48320B2}" srcOrd="0" destOrd="0" parTransId="{109A4C77-497F-4B8F-A8BF-503A69D8F0D4}" sibTransId="{A3EB983A-2707-4A1B-A921-197AD5CB3307}"/>
    <dgm:cxn modelId="{FF64BF5A-19F1-4A84-8123-B3108347133C}" srcId="{A87ACEE4-07F0-45BB-BA34-65DB7BD0579F}" destId="{A7AE68BC-E761-47D7-BDB0-5ED4326F5A7C}" srcOrd="0" destOrd="0" parTransId="{509B1529-C98B-42F0-B44A-4DA921EC2964}" sibTransId="{01D6677D-34FA-422F-A269-332EAAF131D3}"/>
    <dgm:cxn modelId="{F045F45A-92C0-4741-A3DA-A82CC01C9814}" type="presOf" srcId="{FF6D1D57-7806-4A23-9C0A-B524CDE42251}" destId="{64F1B0A2-D513-4609-B94F-318153847971}" srcOrd="0" destOrd="0" presId="urn:microsoft.com/office/officeart/2005/8/layout/orgChart1"/>
    <dgm:cxn modelId="{6CF2D07C-A680-478A-8F1D-D39FD4DC4759}" type="presOf" srcId="{761E3298-A3D6-4B4B-85DB-D6B14E3C7474}" destId="{C78C5C8B-FEFC-4E4E-A3A9-62C6CF4D8F50}" srcOrd="0" destOrd="0" presId="urn:microsoft.com/office/officeart/2005/8/layout/orgChart1"/>
    <dgm:cxn modelId="{C4730E85-2CC4-4F36-B9A4-CAC114F8141B}" type="presOf" srcId="{0B58A59D-52F5-4ECB-8FF1-A42E8D7F6ACD}" destId="{EB45E270-CEDC-4CCD-851F-D81D0A7EEB2F}" srcOrd="0" destOrd="0" presId="urn:microsoft.com/office/officeart/2005/8/layout/orgChart1"/>
    <dgm:cxn modelId="{86613E8E-8F86-4E9E-B34D-2F9B4E49EFA5}" type="presOf" srcId="{1533D823-E073-45B0-B321-DB945FC20A07}" destId="{DE13D1B4-BACC-4E53-A21C-DE69EFBEDCDF}" srcOrd="1" destOrd="0" presId="urn:microsoft.com/office/officeart/2005/8/layout/orgChart1"/>
    <dgm:cxn modelId="{EC3E6C92-454B-44EE-92F1-0C15E7CE8E29}" type="presOf" srcId="{83EB4E78-33EC-474E-9A1E-50F013009DEF}" destId="{05BC681A-D8C5-444E-B742-45E8F7D66B9B}" srcOrd="0" destOrd="0" presId="urn:microsoft.com/office/officeart/2005/8/layout/orgChart1"/>
    <dgm:cxn modelId="{9E8B0993-DE54-48AA-B243-D1AC0C32D8D2}" type="presOf" srcId="{35C9E624-B189-4A78-94F4-4289AD6A67F4}" destId="{4829A4B2-F0A3-4A3F-8258-D35AA367F145}" srcOrd="0" destOrd="0" presId="urn:microsoft.com/office/officeart/2005/8/layout/orgChart1"/>
    <dgm:cxn modelId="{C58D6596-A23D-4B25-9B7A-5BBC2CF66163}" type="presOf" srcId="{C7A1BBD8-FF15-4085-9892-0DDEC8979D0B}" destId="{BB356D03-0473-473A-AA21-68EACEC8EA0B}" srcOrd="0" destOrd="0" presId="urn:microsoft.com/office/officeart/2005/8/layout/orgChart1"/>
    <dgm:cxn modelId="{07DDA198-D955-483B-A5D9-CDC9BD5BC0CF}" type="presOf" srcId="{2E02949B-6BBC-473E-85E2-35673449B9C0}" destId="{B134A567-B695-4AFC-90BB-2C4B7B898D43}" srcOrd="0" destOrd="0" presId="urn:microsoft.com/office/officeart/2005/8/layout/orgChart1"/>
    <dgm:cxn modelId="{07083A9E-F881-4682-ACA7-106988DF8494}" type="presOf" srcId="{6670EEB0-AB7A-44C7-8099-111E972A0786}" destId="{6D44A923-A361-4F14-A2EC-73FAAF645518}" srcOrd="1" destOrd="0" presId="urn:microsoft.com/office/officeart/2005/8/layout/orgChart1"/>
    <dgm:cxn modelId="{20A551A0-299B-4DCB-B7FD-F7567E828FAE}" srcId="{0D2DE59C-0A61-4CCF-AA58-1242B48320B2}" destId="{BB695240-61AB-4407-8E5E-DB376EFAA976}" srcOrd="0" destOrd="0" parTransId="{75B9B2CF-C039-4858-A6F1-16B73ECC75B5}" sibTransId="{DB0715CC-ED79-4057-B9F0-875781C5ADED}"/>
    <dgm:cxn modelId="{7E81CCAB-DFCB-482B-9F0B-A9EAECFE1765}" type="presOf" srcId="{76D0BFD2-C64A-4FBB-9A41-AC1D90B2DE30}" destId="{CF059E02-8E8F-43A3-AE27-8269B4559480}" srcOrd="0" destOrd="0" presId="urn:microsoft.com/office/officeart/2005/8/layout/orgChart1"/>
    <dgm:cxn modelId="{0EE81AB1-6391-4C1E-8025-F75F85A39776}" type="presOf" srcId="{8349EDB2-606F-400A-82A1-D7208D1CC8C8}" destId="{F519042E-6AED-4A3B-8E17-D75810D75D04}" srcOrd="0" destOrd="0" presId="urn:microsoft.com/office/officeart/2005/8/layout/orgChart1"/>
    <dgm:cxn modelId="{4752C4B1-C1E8-4E1B-8BC1-FADE96320B65}" type="presOf" srcId="{BB695240-61AB-4407-8E5E-DB376EFAA976}" destId="{D1A74ECA-7687-4743-BD08-2F160187764E}" srcOrd="0" destOrd="0" presId="urn:microsoft.com/office/officeart/2005/8/layout/orgChart1"/>
    <dgm:cxn modelId="{8DA428B2-8280-473E-A2F3-83BAB71D6152}" srcId="{3D36011E-A6A9-4EAE-8840-9C934F17BEE2}" destId="{761E3298-A3D6-4B4B-85DB-D6B14E3C7474}" srcOrd="0" destOrd="0" parTransId="{99DA5EC7-B7C3-45BD-B82E-75A8297C587B}" sibTransId="{BD04BE1D-07B2-4AC1-B63F-5AE9B40A3549}"/>
    <dgm:cxn modelId="{4C64FBB7-6C6F-4591-A20A-8AF570F5C045}" srcId="{6670EEB0-AB7A-44C7-8099-111E972A0786}" destId="{83EB4E78-33EC-474E-9A1E-50F013009DEF}" srcOrd="0" destOrd="0" parTransId="{79E38711-C71C-4EBE-8877-C7E94B2E738D}" sibTransId="{FF4D59BC-F6D2-4C82-A103-539165AE09F9}"/>
    <dgm:cxn modelId="{85F079BC-737A-49B7-ABD5-7FE3EDFB6C10}" type="presOf" srcId="{E0DBF4BA-176A-4982-96DC-E49177177A37}" destId="{8F0DAB45-3490-425F-BAB4-AA1B1BD19535}" srcOrd="0" destOrd="0" presId="urn:microsoft.com/office/officeart/2005/8/layout/orgChart1"/>
    <dgm:cxn modelId="{51A4C6BC-1BC9-4951-99F6-17A71AC424BF}" type="presOf" srcId="{8CAAB792-6FFB-4CD7-BCCD-A5F9B5665706}" destId="{14FCF337-8A44-4021-8A34-A4DACC4BCEE9}" srcOrd="0" destOrd="0" presId="urn:microsoft.com/office/officeart/2005/8/layout/orgChart1"/>
    <dgm:cxn modelId="{CFEBC4BD-D78B-4CB4-9252-DFE62BABF346}" type="presOf" srcId="{5304DD32-5481-4A68-ACC2-3A51537880FF}" destId="{93B0C988-C7D4-46EE-AA63-AC78AE4E5E5E}" srcOrd="0" destOrd="0" presId="urn:microsoft.com/office/officeart/2005/8/layout/orgChart1"/>
    <dgm:cxn modelId="{2B1B71BF-1814-4661-BE32-3ED409A291E9}" type="presOf" srcId="{A1A5146A-BED0-417E-9E43-3671ABBC9FA4}" destId="{6DEE384E-120D-42D7-A822-A0E70C06B5B8}" srcOrd="0" destOrd="0" presId="urn:microsoft.com/office/officeart/2005/8/layout/orgChart1"/>
    <dgm:cxn modelId="{4BF5ECC0-8AA6-46AC-BB62-08383CAC712A}" type="presOf" srcId="{FF6D1D57-7806-4A23-9C0A-B524CDE42251}" destId="{AB6A87A5-DB4A-462C-9DE5-C06F8760DE41}" srcOrd="1" destOrd="0" presId="urn:microsoft.com/office/officeart/2005/8/layout/orgChart1"/>
    <dgm:cxn modelId="{C60178C1-95D4-42F3-9595-9C637BABC3B1}" srcId="{9DECBC3F-9611-4EED-B214-8DD04416B152}" destId="{A87ACEE4-07F0-45BB-BA34-65DB7BD0579F}" srcOrd="0" destOrd="0" parTransId="{5BA624A9-C510-4E8B-AF92-609384C804EF}" sibTransId="{C5EF93D5-7832-4143-9B9E-B12523CD13B6}"/>
    <dgm:cxn modelId="{F57208CE-B157-4DA3-AE3B-EC3E245F05CA}" type="presOf" srcId="{83EB4E78-33EC-474E-9A1E-50F013009DEF}" destId="{B8AB5953-9508-4FE2-8938-2391774B4111}" srcOrd="1" destOrd="0" presId="urn:microsoft.com/office/officeart/2005/8/layout/orgChart1"/>
    <dgm:cxn modelId="{CF9918CF-CF6F-48E0-80E3-C26D70A2DB1D}" type="presOf" srcId="{9DECBC3F-9611-4EED-B214-8DD04416B152}" destId="{FFEBF497-0466-4804-BFE1-6ECF5CB96E8C}" srcOrd="0" destOrd="0" presId="urn:microsoft.com/office/officeart/2005/8/layout/orgChart1"/>
    <dgm:cxn modelId="{147C54CF-BA46-4D68-BC8B-3D788FB7336B}" srcId="{761E3298-A3D6-4B4B-85DB-D6B14E3C7474}" destId="{5304DD32-5481-4A68-ACC2-3A51537880FF}" srcOrd="0" destOrd="0" parTransId="{2D8250C3-1D12-499F-996D-D784362E32B3}" sibTransId="{3432CE15-CCEF-491F-B01C-4A33FDEC489B}"/>
    <dgm:cxn modelId="{3E20B9DA-B0C5-4E4B-AC08-18B6373DBC88}" type="presOf" srcId="{3D36011E-A6A9-4EAE-8840-9C934F17BEE2}" destId="{29391FFD-AEFE-4AD2-B153-244FA3A20D59}" srcOrd="0" destOrd="0" presId="urn:microsoft.com/office/officeart/2005/8/layout/orgChart1"/>
    <dgm:cxn modelId="{44B853DB-7C93-4332-A327-3B67BBDBBD30}" srcId="{A7AE68BC-E761-47D7-BDB0-5ED4326F5A7C}" destId="{1328D4A3-5B9C-4899-8409-ADAA8E0CE627}" srcOrd="0" destOrd="0" parTransId="{1ACF0945-91BF-4036-84FD-5EF08573BC7F}" sibTransId="{80480586-22F7-41DD-8343-1991211DC979}"/>
    <dgm:cxn modelId="{BAAAB9DB-4481-4B31-B394-7DEB7F3F9F06}" type="presOf" srcId="{5BA624A9-C510-4E8B-AF92-609384C804EF}" destId="{E5586D41-911E-49E6-814C-ABA75E38E1DE}" srcOrd="0" destOrd="0" presId="urn:microsoft.com/office/officeart/2005/8/layout/orgChart1"/>
    <dgm:cxn modelId="{246F9BDC-E07C-4084-A571-6CA69BA0A7FC}" type="presOf" srcId="{16069416-ECF3-4612-9A73-3B152D408775}" destId="{25863A9C-3731-4569-B396-3A6DA81285C0}" srcOrd="0" destOrd="0" presId="urn:microsoft.com/office/officeart/2005/8/layout/orgChart1"/>
    <dgm:cxn modelId="{5F7275E0-1071-4EC7-9ADC-79595F973AE3}" srcId="{934975B2-71E7-497A-B8BB-702F1F450177}" destId="{76D0BFD2-C64A-4FBB-9A41-AC1D90B2DE30}" srcOrd="0" destOrd="0" parTransId="{16069416-ECF3-4612-9A73-3B152D408775}" sibTransId="{547198F3-808A-42BA-8AB5-C5FBF095C283}"/>
    <dgm:cxn modelId="{B2A771E2-4843-49AF-8982-7399C300BC9F}" type="presOf" srcId="{702BDDE2-B340-4E45-B0F2-20FA9903A0BB}" destId="{1D8242CA-DCD7-484C-89AA-EC6EB4EDA8DD}" srcOrd="0" destOrd="0" presId="urn:microsoft.com/office/officeart/2005/8/layout/orgChart1"/>
    <dgm:cxn modelId="{278A5AE9-1628-49AF-B1DB-84A9B734BE77}" type="presOf" srcId="{6670EEB0-AB7A-44C7-8099-111E972A0786}" destId="{CEA09B43-C6C4-418B-B871-35C3BA7EFBF6}" srcOrd="0" destOrd="0" presId="urn:microsoft.com/office/officeart/2005/8/layout/orgChart1"/>
    <dgm:cxn modelId="{E14555EF-21EB-4555-A186-E06F4440ABE2}" type="presOf" srcId="{702BDDE2-B340-4E45-B0F2-20FA9903A0BB}" destId="{F393FB69-47BB-422B-B5FF-DB90C0B5A670}" srcOrd="1" destOrd="0" presId="urn:microsoft.com/office/officeart/2005/8/layout/orgChart1"/>
    <dgm:cxn modelId="{182A49F0-9D05-4B83-A5AA-1F3C196B5FE6}" type="presOf" srcId="{3ACEFEA6-C93A-49C4-B457-37EA3BEF8C86}" destId="{46FCB148-B87B-4CBA-AE16-1664B3753871}" srcOrd="0" destOrd="0" presId="urn:microsoft.com/office/officeart/2005/8/layout/orgChart1"/>
    <dgm:cxn modelId="{889ACCF0-8530-422F-9577-0013F24C696A}" type="presOf" srcId="{9DECBC3F-9611-4EED-B214-8DD04416B152}" destId="{A18C6EB0-EDC3-4D60-9EBD-7D8EF070641C}" srcOrd="1" destOrd="0" presId="urn:microsoft.com/office/officeart/2005/8/layout/orgChart1"/>
    <dgm:cxn modelId="{79AEC4F1-BD9A-4929-92A4-A8A318FAC1CC}" type="presOf" srcId="{1328D4A3-5B9C-4899-8409-ADAA8E0CE627}" destId="{F548A16A-F930-4E32-907F-267FDA95B4A2}" srcOrd="0" destOrd="0" presId="urn:microsoft.com/office/officeart/2005/8/layout/orgChart1"/>
    <dgm:cxn modelId="{5D99D2F9-97D1-45EA-8AA9-0443F6289405}" srcId="{0D2DE59C-0A61-4CCF-AA58-1242B48320B2}" destId="{C7A1BBD8-FF15-4085-9892-0DDEC8979D0B}" srcOrd="1" destOrd="0" parTransId="{3ACEFEA6-C93A-49C4-B457-37EA3BEF8C86}" sibTransId="{8DDED40A-C80F-44BC-8B1F-A5D765AEF812}"/>
    <dgm:cxn modelId="{A0ECAAFC-7E5C-406F-8FDA-83B1793555D5}" type="presOf" srcId="{BF935948-FBC8-4E9F-B780-9FEEE828F6D5}" destId="{6B356816-3C50-4602-827E-5CA428897287}" srcOrd="0" destOrd="0" presId="urn:microsoft.com/office/officeart/2005/8/layout/orgChart1"/>
    <dgm:cxn modelId="{C317C8FE-4486-40CE-8B50-2E71E2B28674}" type="presOf" srcId="{79E38711-C71C-4EBE-8877-C7E94B2E738D}" destId="{B122148B-E4B5-452F-B9C7-B2DB503F0456}" srcOrd="0" destOrd="0" presId="urn:microsoft.com/office/officeart/2005/8/layout/orgChart1"/>
    <dgm:cxn modelId="{1A03F788-3507-4449-9995-AD3FF42C205D}" type="presParOf" srcId="{4829A4B2-F0A3-4A3F-8258-D35AA367F145}" destId="{DACA9C14-94F7-4A2E-BE4F-8C25D91FEE04}" srcOrd="0" destOrd="0" presId="urn:microsoft.com/office/officeart/2005/8/layout/orgChart1"/>
    <dgm:cxn modelId="{87361F85-7E77-48EF-9BE0-19A2B3C9376A}" type="presParOf" srcId="{DACA9C14-94F7-4A2E-BE4F-8C25D91FEE04}" destId="{357E49BB-B662-44AE-8537-7CFEDD6DEF79}" srcOrd="0" destOrd="0" presId="urn:microsoft.com/office/officeart/2005/8/layout/orgChart1"/>
    <dgm:cxn modelId="{27D51FA7-DA50-45CB-AE68-132A75A0803C}" type="presParOf" srcId="{357E49BB-B662-44AE-8537-7CFEDD6DEF79}" destId="{BC3E600C-EC5C-448F-B810-75CDE551E689}" srcOrd="0" destOrd="0" presId="urn:microsoft.com/office/officeart/2005/8/layout/orgChart1"/>
    <dgm:cxn modelId="{5B5D3D85-C910-4492-AC40-AE8F009B5068}" type="presParOf" srcId="{357E49BB-B662-44AE-8537-7CFEDD6DEF79}" destId="{4164F92A-B32D-4EBD-A9F1-D0E2FCB194F8}" srcOrd="1" destOrd="0" presId="urn:microsoft.com/office/officeart/2005/8/layout/orgChart1"/>
    <dgm:cxn modelId="{102DD7A8-4172-4393-B9CA-B769B6C3B089}" type="presParOf" srcId="{DACA9C14-94F7-4A2E-BE4F-8C25D91FEE04}" destId="{C1D091D9-EC16-4D02-8C31-CFCA51752F12}" srcOrd="1" destOrd="0" presId="urn:microsoft.com/office/officeart/2005/8/layout/orgChart1"/>
    <dgm:cxn modelId="{0C90EF67-B256-4C61-AFD1-25B93FA89B57}" type="presParOf" srcId="{C1D091D9-EC16-4D02-8C31-CFCA51752F12}" destId="{DDE3EBE1-DFE9-484D-A96D-47762ACA20E6}" srcOrd="0" destOrd="0" presId="urn:microsoft.com/office/officeart/2005/8/layout/orgChart1"/>
    <dgm:cxn modelId="{DA86D277-6823-454B-8EE6-CC0F4B0AE950}" type="presParOf" srcId="{C1D091D9-EC16-4D02-8C31-CFCA51752F12}" destId="{3D54568A-D476-40FA-85F5-436463688533}" srcOrd="1" destOrd="0" presId="urn:microsoft.com/office/officeart/2005/8/layout/orgChart1"/>
    <dgm:cxn modelId="{1499DC26-1561-476E-9E0A-9DA33EDC21E4}" type="presParOf" srcId="{3D54568A-D476-40FA-85F5-436463688533}" destId="{97F97F22-B089-480B-87A4-3F898F585315}" srcOrd="0" destOrd="0" presId="urn:microsoft.com/office/officeart/2005/8/layout/orgChart1"/>
    <dgm:cxn modelId="{A13DB6A5-07F8-4C1F-B774-78A2B6656073}" type="presParOf" srcId="{97F97F22-B089-480B-87A4-3F898F585315}" destId="{D1A74ECA-7687-4743-BD08-2F160187764E}" srcOrd="0" destOrd="0" presId="urn:microsoft.com/office/officeart/2005/8/layout/orgChart1"/>
    <dgm:cxn modelId="{0C0BA1DE-0A49-4FB2-A853-E94FF87D20D3}" type="presParOf" srcId="{97F97F22-B089-480B-87A4-3F898F585315}" destId="{902ED455-E1D9-46ED-9EEA-B34FEE2EAD50}" srcOrd="1" destOrd="0" presId="urn:microsoft.com/office/officeart/2005/8/layout/orgChart1"/>
    <dgm:cxn modelId="{FE5708DC-D55D-4DF2-B3D0-92C0A387F20C}" type="presParOf" srcId="{3D54568A-D476-40FA-85F5-436463688533}" destId="{33D6C25D-CC64-4857-AF91-EBBB165681A7}" srcOrd="1" destOrd="0" presId="urn:microsoft.com/office/officeart/2005/8/layout/orgChart1"/>
    <dgm:cxn modelId="{CDE50C2D-CFAE-40C4-9EF0-2ACD9B5884DC}" type="presParOf" srcId="{33D6C25D-CC64-4857-AF91-EBBB165681A7}" destId="{651966B0-5ED2-4A45-A8DC-8552CD8BBB05}" srcOrd="0" destOrd="0" presId="urn:microsoft.com/office/officeart/2005/8/layout/orgChart1"/>
    <dgm:cxn modelId="{DE2E084A-305D-4913-B64A-68DFE4AB2D22}" type="presParOf" srcId="{33D6C25D-CC64-4857-AF91-EBBB165681A7}" destId="{9C3A18C8-8EFD-4106-96F9-A62D99298424}" srcOrd="1" destOrd="0" presId="urn:microsoft.com/office/officeart/2005/8/layout/orgChart1"/>
    <dgm:cxn modelId="{B87564A3-E483-4BCD-9F4A-06307D9DF84F}" type="presParOf" srcId="{9C3A18C8-8EFD-4106-96F9-A62D99298424}" destId="{5D9D42C1-2093-41A4-83B4-0A3329B21489}" srcOrd="0" destOrd="0" presId="urn:microsoft.com/office/officeart/2005/8/layout/orgChart1"/>
    <dgm:cxn modelId="{0B9BFC66-FBEA-457D-A1DE-6C73C122A0A1}" type="presParOf" srcId="{5D9D42C1-2093-41A4-83B4-0A3329B21489}" destId="{1D8242CA-DCD7-484C-89AA-EC6EB4EDA8DD}" srcOrd="0" destOrd="0" presId="urn:microsoft.com/office/officeart/2005/8/layout/orgChart1"/>
    <dgm:cxn modelId="{8C378408-50E6-49BB-B194-A24B54B59C14}" type="presParOf" srcId="{5D9D42C1-2093-41A4-83B4-0A3329B21489}" destId="{F393FB69-47BB-422B-B5FF-DB90C0B5A670}" srcOrd="1" destOrd="0" presId="urn:microsoft.com/office/officeart/2005/8/layout/orgChart1"/>
    <dgm:cxn modelId="{CA6C9930-A935-41C5-995A-1275BC736E9C}" type="presParOf" srcId="{9C3A18C8-8EFD-4106-96F9-A62D99298424}" destId="{2965BFF0-C462-4060-B962-BDC0A67ABC4E}" srcOrd="1" destOrd="0" presId="urn:microsoft.com/office/officeart/2005/8/layout/orgChart1"/>
    <dgm:cxn modelId="{D8135CC8-2183-4BF4-BD73-BA51846CD898}" type="presParOf" srcId="{9C3A18C8-8EFD-4106-96F9-A62D99298424}" destId="{441223A4-18AB-4E81-8F4C-84B964263670}" srcOrd="2" destOrd="0" presId="urn:microsoft.com/office/officeart/2005/8/layout/orgChart1"/>
    <dgm:cxn modelId="{26FA264E-ED9B-46E9-BA0E-9D2279983AAE}" type="presParOf" srcId="{33D6C25D-CC64-4857-AF91-EBBB165681A7}" destId="{F519042E-6AED-4A3B-8E17-D75810D75D04}" srcOrd="2" destOrd="0" presId="urn:microsoft.com/office/officeart/2005/8/layout/orgChart1"/>
    <dgm:cxn modelId="{B2678239-1A6B-40BE-929D-5DB2387DCDE9}" type="presParOf" srcId="{33D6C25D-CC64-4857-AF91-EBBB165681A7}" destId="{17A2D619-E738-4C28-8342-6357FF325F97}" srcOrd="3" destOrd="0" presId="urn:microsoft.com/office/officeart/2005/8/layout/orgChart1"/>
    <dgm:cxn modelId="{1738EA9F-D372-4DC5-A802-03B467EC3AFE}" type="presParOf" srcId="{17A2D619-E738-4C28-8342-6357FF325F97}" destId="{6EC13371-B66F-4623-9E39-7CB04247B534}" srcOrd="0" destOrd="0" presId="urn:microsoft.com/office/officeart/2005/8/layout/orgChart1"/>
    <dgm:cxn modelId="{418E9A23-4D85-4A05-89E0-9C8930A49AEE}" type="presParOf" srcId="{6EC13371-B66F-4623-9E39-7CB04247B534}" destId="{FFEBF497-0466-4804-BFE1-6ECF5CB96E8C}" srcOrd="0" destOrd="0" presId="urn:microsoft.com/office/officeart/2005/8/layout/orgChart1"/>
    <dgm:cxn modelId="{D7173B9F-8375-494F-B86F-7585FF2634FE}" type="presParOf" srcId="{6EC13371-B66F-4623-9E39-7CB04247B534}" destId="{A18C6EB0-EDC3-4D60-9EBD-7D8EF070641C}" srcOrd="1" destOrd="0" presId="urn:microsoft.com/office/officeart/2005/8/layout/orgChart1"/>
    <dgm:cxn modelId="{BD970DC9-D16F-4576-8AA0-8DCC20B41D7B}" type="presParOf" srcId="{17A2D619-E738-4C28-8342-6357FF325F97}" destId="{5623824F-96BE-42A3-BADB-FF76A41BA1FF}" srcOrd="1" destOrd="0" presId="urn:microsoft.com/office/officeart/2005/8/layout/orgChart1"/>
    <dgm:cxn modelId="{85BFDEFF-5F96-4628-8306-E84AB19AA63B}" type="presParOf" srcId="{5623824F-96BE-42A3-BADB-FF76A41BA1FF}" destId="{E5586D41-911E-49E6-814C-ABA75E38E1DE}" srcOrd="0" destOrd="0" presId="urn:microsoft.com/office/officeart/2005/8/layout/orgChart1"/>
    <dgm:cxn modelId="{51A79FC1-6EA9-4E5B-BB73-2F8EC569383D}" type="presParOf" srcId="{5623824F-96BE-42A3-BADB-FF76A41BA1FF}" destId="{BC020A93-A989-470F-A680-27BE24A8B59B}" srcOrd="1" destOrd="0" presId="urn:microsoft.com/office/officeart/2005/8/layout/orgChart1"/>
    <dgm:cxn modelId="{9E3B6BE3-321A-4FAD-A87C-984EAF6882BD}" type="presParOf" srcId="{BC020A93-A989-470F-A680-27BE24A8B59B}" destId="{5E922B4F-2D3A-482C-BD02-9E039885E865}" srcOrd="0" destOrd="0" presId="urn:microsoft.com/office/officeart/2005/8/layout/orgChart1"/>
    <dgm:cxn modelId="{BE91DA02-F9AD-4974-BA45-3D4430B26FB6}" type="presParOf" srcId="{5E922B4F-2D3A-482C-BD02-9E039885E865}" destId="{ECBE314C-105E-4DD5-87D7-6E01BD2D48B0}" srcOrd="0" destOrd="0" presId="urn:microsoft.com/office/officeart/2005/8/layout/orgChart1"/>
    <dgm:cxn modelId="{C6D45ABD-B688-4B48-B984-47413E4905C2}" type="presParOf" srcId="{5E922B4F-2D3A-482C-BD02-9E039885E865}" destId="{FDCACBBF-6B44-4983-9D19-954712DF02D6}" srcOrd="1" destOrd="0" presId="urn:microsoft.com/office/officeart/2005/8/layout/orgChart1"/>
    <dgm:cxn modelId="{352DA73B-821A-43EB-9043-E49A9431A669}" type="presParOf" srcId="{BC020A93-A989-470F-A680-27BE24A8B59B}" destId="{56C03799-64A4-4DB4-97D6-51D29EDD30FF}" srcOrd="1" destOrd="0" presId="urn:microsoft.com/office/officeart/2005/8/layout/orgChart1"/>
    <dgm:cxn modelId="{EA17C405-EFF3-45E7-BA57-9EDCB8479C81}" type="presParOf" srcId="{56C03799-64A4-4DB4-97D6-51D29EDD30FF}" destId="{AF9835A3-AE65-4701-B0C9-CFFA0D75A629}" srcOrd="0" destOrd="0" presId="urn:microsoft.com/office/officeart/2005/8/layout/orgChart1"/>
    <dgm:cxn modelId="{7D85C98F-AD04-4BD7-8A87-2B047C4BCFF2}" type="presParOf" srcId="{56C03799-64A4-4DB4-97D6-51D29EDD30FF}" destId="{85D97166-740B-4B59-AE8B-372CEB88899F}" srcOrd="1" destOrd="0" presId="urn:microsoft.com/office/officeart/2005/8/layout/orgChart1"/>
    <dgm:cxn modelId="{34918DC9-F10A-4DD8-B02D-BF4D88200896}" type="presParOf" srcId="{85D97166-740B-4B59-AE8B-372CEB88899F}" destId="{56C6C275-2390-4FA2-9BE2-3F4AD7B1C881}" srcOrd="0" destOrd="0" presId="urn:microsoft.com/office/officeart/2005/8/layout/orgChart1"/>
    <dgm:cxn modelId="{266BB067-6ACA-4B23-AC25-2ED97FFF74AE}" type="presParOf" srcId="{56C6C275-2390-4FA2-9BE2-3F4AD7B1C881}" destId="{4BB1845B-79B3-4A57-903D-38D708953DFB}" srcOrd="0" destOrd="0" presId="urn:microsoft.com/office/officeart/2005/8/layout/orgChart1"/>
    <dgm:cxn modelId="{F0CAFAD5-7FEC-49F4-B0D1-3DEF7BFBEBB1}" type="presParOf" srcId="{56C6C275-2390-4FA2-9BE2-3F4AD7B1C881}" destId="{5490133C-E815-4C04-90ED-C3F6820D1E52}" srcOrd="1" destOrd="0" presId="urn:microsoft.com/office/officeart/2005/8/layout/orgChart1"/>
    <dgm:cxn modelId="{A471D651-DAE5-4A4B-B942-2B4EFBDAA883}" type="presParOf" srcId="{85D97166-740B-4B59-AE8B-372CEB88899F}" destId="{1747EDD0-0819-4857-90E4-80FE79E8502B}" srcOrd="1" destOrd="0" presId="urn:microsoft.com/office/officeart/2005/8/layout/orgChart1"/>
    <dgm:cxn modelId="{CC6AE8B7-1637-4F09-A300-7643BF2DB082}" type="presParOf" srcId="{1747EDD0-0819-4857-90E4-80FE79E8502B}" destId="{B6B7387C-9CE8-4ABC-A6E6-539848473D63}" srcOrd="0" destOrd="0" presId="urn:microsoft.com/office/officeart/2005/8/layout/orgChart1"/>
    <dgm:cxn modelId="{8E78626D-E79F-4049-A0E9-A7C18C25FC59}" type="presParOf" srcId="{1747EDD0-0819-4857-90E4-80FE79E8502B}" destId="{BE09F42C-CD38-4786-A3D6-54C8FABA75E0}" srcOrd="1" destOrd="0" presId="urn:microsoft.com/office/officeart/2005/8/layout/orgChart1"/>
    <dgm:cxn modelId="{F6A2ACE5-9DCD-43ED-892D-75B18FEA35DB}" type="presParOf" srcId="{BE09F42C-CD38-4786-A3D6-54C8FABA75E0}" destId="{23CB8A10-494E-4665-B88A-AE42FB2268BE}" srcOrd="0" destOrd="0" presId="urn:microsoft.com/office/officeart/2005/8/layout/orgChart1"/>
    <dgm:cxn modelId="{966F6A47-9392-494C-9D35-75CC7D0CC23B}" type="presParOf" srcId="{23CB8A10-494E-4665-B88A-AE42FB2268BE}" destId="{F548A16A-F930-4E32-907F-267FDA95B4A2}" srcOrd="0" destOrd="0" presId="urn:microsoft.com/office/officeart/2005/8/layout/orgChart1"/>
    <dgm:cxn modelId="{507384AE-6B9B-4C85-888D-7204A6D5D899}" type="presParOf" srcId="{23CB8A10-494E-4665-B88A-AE42FB2268BE}" destId="{93D72B8D-3C8D-492B-9A2B-5D3B4EB3A9AE}" srcOrd="1" destOrd="0" presId="urn:microsoft.com/office/officeart/2005/8/layout/orgChart1"/>
    <dgm:cxn modelId="{8F658B95-E759-4787-B3C5-31650DF54321}" type="presParOf" srcId="{BE09F42C-CD38-4786-A3D6-54C8FABA75E0}" destId="{50BEF553-69AF-44E0-B754-9360930BBF3C}" srcOrd="1" destOrd="0" presId="urn:microsoft.com/office/officeart/2005/8/layout/orgChart1"/>
    <dgm:cxn modelId="{6FBB0D19-64CD-463B-9BFF-B0EEDCBFCDA8}" type="presParOf" srcId="{50BEF553-69AF-44E0-B754-9360930BBF3C}" destId="{EB45E270-CEDC-4CCD-851F-D81D0A7EEB2F}" srcOrd="0" destOrd="0" presId="urn:microsoft.com/office/officeart/2005/8/layout/orgChart1"/>
    <dgm:cxn modelId="{CD4BCF86-D76B-4711-9D0E-4AED9153CB3D}" type="presParOf" srcId="{50BEF553-69AF-44E0-B754-9360930BBF3C}" destId="{1C48DB9E-1008-49DB-84C1-DD09C1496D08}" srcOrd="1" destOrd="0" presId="urn:microsoft.com/office/officeart/2005/8/layout/orgChart1"/>
    <dgm:cxn modelId="{05C4C48A-A633-4BD5-A484-CA59303CF0E2}" type="presParOf" srcId="{1C48DB9E-1008-49DB-84C1-DD09C1496D08}" destId="{2D43934A-ADAF-4818-87C4-68C1FFF717E6}" srcOrd="0" destOrd="0" presId="urn:microsoft.com/office/officeart/2005/8/layout/orgChart1"/>
    <dgm:cxn modelId="{71527BF2-7767-47F5-8C40-8FF39BDFB1AD}" type="presParOf" srcId="{2D43934A-ADAF-4818-87C4-68C1FFF717E6}" destId="{BF2022DF-DB40-4567-9271-D18BB187AD27}" srcOrd="0" destOrd="0" presId="urn:microsoft.com/office/officeart/2005/8/layout/orgChart1"/>
    <dgm:cxn modelId="{F9209CD2-2C22-4745-82D9-2127BC23207F}" type="presParOf" srcId="{2D43934A-ADAF-4818-87C4-68C1FFF717E6}" destId="{DE13D1B4-BACC-4E53-A21C-DE69EFBEDCDF}" srcOrd="1" destOrd="0" presId="urn:microsoft.com/office/officeart/2005/8/layout/orgChart1"/>
    <dgm:cxn modelId="{9CFC2349-ED56-4F69-8A1C-19A612AED31C}" type="presParOf" srcId="{1C48DB9E-1008-49DB-84C1-DD09C1496D08}" destId="{F2F03960-F697-4882-B032-A1C504FC137C}" srcOrd="1" destOrd="0" presId="urn:microsoft.com/office/officeart/2005/8/layout/orgChart1"/>
    <dgm:cxn modelId="{7ADB6D07-CED2-4532-8D1A-5FC4E3A4052E}" type="presParOf" srcId="{1C48DB9E-1008-49DB-84C1-DD09C1496D08}" destId="{A3AEA549-E396-4AD8-80E1-3191D09F112B}" srcOrd="2" destOrd="0" presId="urn:microsoft.com/office/officeart/2005/8/layout/orgChart1"/>
    <dgm:cxn modelId="{CCA88FF7-D217-4F6C-9913-0BF1F8054DF8}" type="presParOf" srcId="{BE09F42C-CD38-4786-A3D6-54C8FABA75E0}" destId="{CB781006-E3E5-4288-96AF-783E5C6864D2}" srcOrd="2" destOrd="0" presId="urn:microsoft.com/office/officeart/2005/8/layout/orgChart1"/>
    <dgm:cxn modelId="{D6982984-C14A-4A8D-BBE0-AFFDD5935C53}" type="presParOf" srcId="{85D97166-740B-4B59-AE8B-372CEB88899F}" destId="{2130E587-86DD-4522-AD87-2601FAE3A3EC}" srcOrd="2" destOrd="0" presId="urn:microsoft.com/office/officeart/2005/8/layout/orgChart1"/>
    <dgm:cxn modelId="{D9778DBF-EA66-47DE-A612-7CD665A4D493}" type="presParOf" srcId="{BC020A93-A989-470F-A680-27BE24A8B59B}" destId="{018CF3A5-9495-4DA3-9936-8BBF8BBCEAFA}" srcOrd="2" destOrd="0" presId="urn:microsoft.com/office/officeart/2005/8/layout/orgChart1"/>
    <dgm:cxn modelId="{02BE285A-4131-48F1-AFA1-3C34147AD256}" type="presParOf" srcId="{5623824F-96BE-42A3-BADB-FF76A41BA1FF}" destId="{FEA78348-8B9A-4A6F-9880-517E0A99CFF6}" srcOrd="2" destOrd="0" presId="urn:microsoft.com/office/officeart/2005/8/layout/orgChart1"/>
    <dgm:cxn modelId="{9A81FA3D-AE2A-439B-8641-621EE11B8CBC}" type="presParOf" srcId="{5623824F-96BE-42A3-BADB-FF76A41BA1FF}" destId="{E67264BE-F856-48D3-92E8-18679E2C778B}" srcOrd="3" destOrd="0" presId="urn:microsoft.com/office/officeart/2005/8/layout/orgChart1"/>
    <dgm:cxn modelId="{0DAA3D36-B148-4D3B-8EFD-04E698D7F1E2}" type="presParOf" srcId="{E67264BE-F856-48D3-92E8-18679E2C778B}" destId="{6C28536D-A6B1-48D7-9EF9-9EF59D496D1D}" srcOrd="0" destOrd="0" presId="urn:microsoft.com/office/officeart/2005/8/layout/orgChart1"/>
    <dgm:cxn modelId="{09A7018E-C925-4EA9-B081-A2A6928DEDBD}" type="presParOf" srcId="{6C28536D-A6B1-48D7-9EF9-9EF59D496D1D}" destId="{6DEE384E-120D-42D7-A822-A0E70C06B5B8}" srcOrd="0" destOrd="0" presId="urn:microsoft.com/office/officeart/2005/8/layout/orgChart1"/>
    <dgm:cxn modelId="{DB85017E-51B0-4D6A-A693-FE53FEE705D9}" type="presParOf" srcId="{6C28536D-A6B1-48D7-9EF9-9EF59D496D1D}" destId="{D0BB60DE-634C-44C2-BB6D-7B38405B63BE}" srcOrd="1" destOrd="0" presId="urn:microsoft.com/office/officeart/2005/8/layout/orgChart1"/>
    <dgm:cxn modelId="{3E702690-4518-4E21-B92F-5583731ABAFA}" type="presParOf" srcId="{E67264BE-F856-48D3-92E8-18679E2C778B}" destId="{6C043A66-4A9F-4C29-8620-B65E46AC5F46}" srcOrd="1" destOrd="0" presId="urn:microsoft.com/office/officeart/2005/8/layout/orgChart1"/>
    <dgm:cxn modelId="{C35001F7-0AF2-409B-9636-4827B8A66C81}" type="presParOf" srcId="{6C043A66-4A9F-4C29-8620-B65E46AC5F46}" destId="{86CB652D-6715-4807-AE65-B68548F10976}" srcOrd="0" destOrd="0" presId="urn:microsoft.com/office/officeart/2005/8/layout/orgChart1"/>
    <dgm:cxn modelId="{61BBC08A-B467-4F45-9365-8AF64AB619D7}" type="presParOf" srcId="{6C043A66-4A9F-4C29-8620-B65E46AC5F46}" destId="{7FEF9B7F-D569-40EA-B50A-20A6D1D5B4FE}" srcOrd="1" destOrd="0" presId="urn:microsoft.com/office/officeart/2005/8/layout/orgChart1"/>
    <dgm:cxn modelId="{15D26DF0-6FA6-4D6D-89AA-0A4F7F46DB63}" type="presParOf" srcId="{7FEF9B7F-D569-40EA-B50A-20A6D1D5B4FE}" destId="{0420F14C-EC1B-449D-997B-13F7BC6CA821}" srcOrd="0" destOrd="0" presId="urn:microsoft.com/office/officeart/2005/8/layout/orgChart1"/>
    <dgm:cxn modelId="{7B5D37F7-3FC6-48C9-BF75-80693C3271DF}" type="presParOf" srcId="{0420F14C-EC1B-449D-997B-13F7BC6CA821}" destId="{CEA09B43-C6C4-418B-B871-35C3BA7EFBF6}" srcOrd="0" destOrd="0" presId="urn:microsoft.com/office/officeart/2005/8/layout/orgChart1"/>
    <dgm:cxn modelId="{B8BE4177-689A-4007-B980-283B4123DB4D}" type="presParOf" srcId="{0420F14C-EC1B-449D-997B-13F7BC6CA821}" destId="{6D44A923-A361-4F14-A2EC-73FAAF645518}" srcOrd="1" destOrd="0" presId="urn:microsoft.com/office/officeart/2005/8/layout/orgChart1"/>
    <dgm:cxn modelId="{10952B58-CC2C-4B1E-A738-653B1DB4CADF}" type="presParOf" srcId="{7FEF9B7F-D569-40EA-B50A-20A6D1D5B4FE}" destId="{C4842A98-F85C-409D-9D00-FFEA52B27BE2}" srcOrd="1" destOrd="0" presId="urn:microsoft.com/office/officeart/2005/8/layout/orgChart1"/>
    <dgm:cxn modelId="{9D1D1480-B794-4704-9FC8-B90E5338D705}" type="presParOf" srcId="{C4842A98-F85C-409D-9D00-FFEA52B27BE2}" destId="{B122148B-E4B5-452F-B9C7-B2DB503F0456}" srcOrd="0" destOrd="0" presId="urn:microsoft.com/office/officeart/2005/8/layout/orgChart1"/>
    <dgm:cxn modelId="{442EC915-0CA7-4383-AAC7-865550F739C3}" type="presParOf" srcId="{C4842A98-F85C-409D-9D00-FFEA52B27BE2}" destId="{CECD3C58-321D-4E03-AE7F-6B2309BDD6FE}" srcOrd="1" destOrd="0" presId="urn:microsoft.com/office/officeart/2005/8/layout/orgChart1"/>
    <dgm:cxn modelId="{22868A5A-BE67-4ED7-A3BE-5D4ADA2DD950}" type="presParOf" srcId="{CECD3C58-321D-4E03-AE7F-6B2309BDD6FE}" destId="{826825ED-FE65-41F7-AA5B-F6ED06AEDE2B}" srcOrd="0" destOrd="0" presId="urn:microsoft.com/office/officeart/2005/8/layout/orgChart1"/>
    <dgm:cxn modelId="{C52DCCF2-7E6A-4935-AFE1-B35CFF56354B}" type="presParOf" srcId="{826825ED-FE65-41F7-AA5B-F6ED06AEDE2B}" destId="{05BC681A-D8C5-444E-B742-45E8F7D66B9B}" srcOrd="0" destOrd="0" presId="urn:microsoft.com/office/officeart/2005/8/layout/orgChart1"/>
    <dgm:cxn modelId="{E18B003C-1A21-4CB5-8A3B-02B3CE126D44}" type="presParOf" srcId="{826825ED-FE65-41F7-AA5B-F6ED06AEDE2B}" destId="{B8AB5953-9508-4FE2-8938-2391774B4111}" srcOrd="1" destOrd="0" presId="urn:microsoft.com/office/officeart/2005/8/layout/orgChart1"/>
    <dgm:cxn modelId="{E4BBB072-2C04-41B3-9329-DC69C683341F}" type="presParOf" srcId="{CECD3C58-321D-4E03-AE7F-6B2309BDD6FE}" destId="{B2D95FD3-A4F5-4CFA-8EA3-B18905C2B44E}" srcOrd="1" destOrd="0" presId="urn:microsoft.com/office/officeart/2005/8/layout/orgChart1"/>
    <dgm:cxn modelId="{D740F79C-C68D-4B08-9378-C4AF046BA38F}" type="presParOf" srcId="{CECD3C58-321D-4E03-AE7F-6B2309BDD6FE}" destId="{C5A696E5-2A1E-40CD-962A-B17D133BA159}" srcOrd="2" destOrd="0" presId="urn:microsoft.com/office/officeart/2005/8/layout/orgChart1"/>
    <dgm:cxn modelId="{C970907F-2D2A-4322-AF18-F379C5D5E011}" type="presParOf" srcId="{7FEF9B7F-D569-40EA-B50A-20A6D1D5B4FE}" destId="{0AB62E8A-10E3-4F89-8142-8DF14FFA1A24}" srcOrd="2" destOrd="0" presId="urn:microsoft.com/office/officeart/2005/8/layout/orgChart1"/>
    <dgm:cxn modelId="{1CBA1197-7C60-4F08-8D87-6E04C5412E75}" type="presParOf" srcId="{E67264BE-F856-48D3-92E8-18679E2C778B}" destId="{D43A2D05-E3D9-46DE-B66F-15D9AA883CF7}" srcOrd="2" destOrd="0" presId="urn:microsoft.com/office/officeart/2005/8/layout/orgChart1"/>
    <dgm:cxn modelId="{06C7E1A3-42C7-46F1-85C3-CA02BAEB2CB4}" type="presParOf" srcId="{17A2D619-E738-4C28-8342-6357FF325F97}" destId="{5CE4BF27-28FA-47A9-BDB4-D46FEC3A3302}" srcOrd="2" destOrd="0" presId="urn:microsoft.com/office/officeart/2005/8/layout/orgChart1"/>
    <dgm:cxn modelId="{3F54113E-5515-488C-AC73-F6EB9DBB27E1}" type="presParOf" srcId="{33D6C25D-CC64-4857-AF91-EBBB165681A7}" destId="{6B356816-3C50-4602-827E-5CA428897287}" srcOrd="4" destOrd="0" presId="urn:microsoft.com/office/officeart/2005/8/layout/orgChart1"/>
    <dgm:cxn modelId="{8B07BD2F-A534-4209-BC09-C9B45CE61AE0}" type="presParOf" srcId="{33D6C25D-CC64-4857-AF91-EBBB165681A7}" destId="{6CE2DB1B-25DC-4CB1-94BC-8EA9260F54E3}" srcOrd="5" destOrd="0" presId="urn:microsoft.com/office/officeart/2005/8/layout/orgChart1"/>
    <dgm:cxn modelId="{3C3152FD-2F89-4BBA-9001-E0CD1770C636}" type="presParOf" srcId="{6CE2DB1B-25DC-4CB1-94BC-8EA9260F54E3}" destId="{9E7E4C1B-9158-4869-B454-ADAD213807B2}" srcOrd="0" destOrd="0" presId="urn:microsoft.com/office/officeart/2005/8/layout/orgChart1"/>
    <dgm:cxn modelId="{A7746659-1B39-404F-9494-7E487DC996B6}" type="presParOf" srcId="{9E7E4C1B-9158-4869-B454-ADAD213807B2}" destId="{64F1B0A2-D513-4609-B94F-318153847971}" srcOrd="0" destOrd="0" presId="urn:microsoft.com/office/officeart/2005/8/layout/orgChart1"/>
    <dgm:cxn modelId="{6D8BBC4C-B2CB-4A61-9FB3-1695C231958D}" type="presParOf" srcId="{9E7E4C1B-9158-4869-B454-ADAD213807B2}" destId="{AB6A87A5-DB4A-462C-9DE5-C06F8760DE41}" srcOrd="1" destOrd="0" presId="urn:microsoft.com/office/officeart/2005/8/layout/orgChart1"/>
    <dgm:cxn modelId="{6A682AC0-40D7-48D7-A2BB-9B267DC17EDD}" type="presParOf" srcId="{6CE2DB1B-25DC-4CB1-94BC-8EA9260F54E3}" destId="{FED508B8-F4D0-4E3F-AA1E-39701FC7A293}" srcOrd="1" destOrd="0" presId="urn:microsoft.com/office/officeart/2005/8/layout/orgChart1"/>
    <dgm:cxn modelId="{8F50A155-E819-42EE-8578-BBF7FB195229}" type="presParOf" srcId="{FED508B8-F4D0-4E3F-AA1E-39701FC7A293}" destId="{B134A567-B695-4AFC-90BB-2C4B7B898D43}" srcOrd="0" destOrd="0" presId="urn:microsoft.com/office/officeart/2005/8/layout/orgChart1"/>
    <dgm:cxn modelId="{123ADFDE-A57B-492F-9A05-D8AA81C9952E}" type="presParOf" srcId="{FED508B8-F4D0-4E3F-AA1E-39701FC7A293}" destId="{C4234FF8-AB8F-48E8-97D4-34AE66F65782}" srcOrd="1" destOrd="0" presId="urn:microsoft.com/office/officeart/2005/8/layout/orgChart1"/>
    <dgm:cxn modelId="{6D112264-AC51-4E0C-A58C-0DFA0512573A}" type="presParOf" srcId="{C4234FF8-AB8F-48E8-97D4-34AE66F65782}" destId="{B376FA95-BA34-4C1B-A56E-6D6EE30EAED5}" srcOrd="0" destOrd="0" presId="urn:microsoft.com/office/officeart/2005/8/layout/orgChart1"/>
    <dgm:cxn modelId="{A27E9101-3438-44D1-9D8C-53EF3571266B}" type="presParOf" srcId="{B376FA95-BA34-4C1B-A56E-6D6EE30EAED5}" destId="{29391FFD-AEFE-4AD2-B153-244FA3A20D59}" srcOrd="0" destOrd="0" presId="urn:microsoft.com/office/officeart/2005/8/layout/orgChart1"/>
    <dgm:cxn modelId="{252B32BF-5082-4FB9-AAAE-6F148F767E86}" type="presParOf" srcId="{B376FA95-BA34-4C1B-A56E-6D6EE30EAED5}" destId="{1D3BFF75-8375-4995-A291-E4E889A4A286}" srcOrd="1" destOrd="0" presId="urn:microsoft.com/office/officeart/2005/8/layout/orgChart1"/>
    <dgm:cxn modelId="{CF5D5924-5E4B-4845-A0D0-7C67803F1BC3}" type="presParOf" srcId="{C4234FF8-AB8F-48E8-97D4-34AE66F65782}" destId="{512D284A-D88E-4217-A667-4E63AB026704}" srcOrd="1" destOrd="0" presId="urn:microsoft.com/office/officeart/2005/8/layout/orgChart1"/>
    <dgm:cxn modelId="{E5884E97-38BE-4DE9-907B-437C3261DB70}" type="presParOf" srcId="{512D284A-D88E-4217-A667-4E63AB026704}" destId="{D88F3D11-BD65-420D-968A-D5EAD368BD19}" srcOrd="0" destOrd="0" presId="urn:microsoft.com/office/officeart/2005/8/layout/orgChart1"/>
    <dgm:cxn modelId="{74DCD646-94EA-4136-A76A-86FE7716559A}" type="presParOf" srcId="{512D284A-D88E-4217-A667-4E63AB026704}" destId="{39FB809D-B47C-431B-9110-2B07CDB9DCB1}" srcOrd="1" destOrd="0" presId="urn:microsoft.com/office/officeart/2005/8/layout/orgChart1"/>
    <dgm:cxn modelId="{88C8F760-13C6-4687-B351-9C44F6EACA96}" type="presParOf" srcId="{39FB809D-B47C-431B-9110-2B07CDB9DCB1}" destId="{9284D84B-AC02-481B-925A-C33FDDFC5259}" srcOrd="0" destOrd="0" presId="urn:microsoft.com/office/officeart/2005/8/layout/orgChart1"/>
    <dgm:cxn modelId="{52D33530-D2CB-4127-8AC8-6FB5068DC642}" type="presParOf" srcId="{9284D84B-AC02-481B-925A-C33FDDFC5259}" destId="{C78C5C8B-FEFC-4E4E-A3A9-62C6CF4D8F50}" srcOrd="0" destOrd="0" presId="urn:microsoft.com/office/officeart/2005/8/layout/orgChart1"/>
    <dgm:cxn modelId="{AB6AB9D2-26C9-43AE-B718-DB313870D944}" type="presParOf" srcId="{9284D84B-AC02-481B-925A-C33FDDFC5259}" destId="{63E4258A-A992-42AA-A55D-1DF136D70A40}" srcOrd="1" destOrd="0" presId="urn:microsoft.com/office/officeart/2005/8/layout/orgChart1"/>
    <dgm:cxn modelId="{529AF6AE-511D-4EF2-8471-CE6B26952FFC}" type="presParOf" srcId="{39FB809D-B47C-431B-9110-2B07CDB9DCB1}" destId="{FEADA57F-5437-4B9B-ACB3-05145BCACBD0}" srcOrd="1" destOrd="0" presId="urn:microsoft.com/office/officeart/2005/8/layout/orgChart1"/>
    <dgm:cxn modelId="{45F0002F-2099-4340-92AD-CBB087B2711F}" type="presParOf" srcId="{FEADA57F-5437-4B9B-ACB3-05145BCACBD0}" destId="{5D509E65-F039-4C13-B875-306840C19611}" srcOrd="0" destOrd="0" presId="urn:microsoft.com/office/officeart/2005/8/layout/orgChart1"/>
    <dgm:cxn modelId="{8375D834-8770-42D9-A543-111AE13962FD}" type="presParOf" srcId="{FEADA57F-5437-4B9B-ACB3-05145BCACBD0}" destId="{845E0442-7A49-43BD-A69E-D32D2713B6EB}" srcOrd="1" destOrd="0" presId="urn:microsoft.com/office/officeart/2005/8/layout/orgChart1"/>
    <dgm:cxn modelId="{6BC8D993-F116-441B-89AE-AF412CD52F4D}" type="presParOf" srcId="{845E0442-7A49-43BD-A69E-D32D2713B6EB}" destId="{AE419D02-D78D-440E-BF86-7731534CAD35}" srcOrd="0" destOrd="0" presId="urn:microsoft.com/office/officeart/2005/8/layout/orgChart1"/>
    <dgm:cxn modelId="{65F418A5-F96D-4DCF-9B7F-EFF92E359707}" type="presParOf" srcId="{AE419D02-D78D-440E-BF86-7731534CAD35}" destId="{93B0C988-C7D4-46EE-AA63-AC78AE4E5E5E}" srcOrd="0" destOrd="0" presId="urn:microsoft.com/office/officeart/2005/8/layout/orgChart1"/>
    <dgm:cxn modelId="{A7A03147-4E2F-46A3-B38A-1943F944379A}" type="presParOf" srcId="{AE419D02-D78D-440E-BF86-7731534CAD35}" destId="{F90685E9-DD6A-4A07-AB44-1B47963D3172}" srcOrd="1" destOrd="0" presId="urn:microsoft.com/office/officeart/2005/8/layout/orgChart1"/>
    <dgm:cxn modelId="{83CDA99D-33D8-47DB-A245-EFB45B6801B9}" type="presParOf" srcId="{845E0442-7A49-43BD-A69E-D32D2713B6EB}" destId="{FEDC26BC-8BBC-46BA-BBDC-3A4CBDEFB5D9}" srcOrd="1" destOrd="0" presId="urn:microsoft.com/office/officeart/2005/8/layout/orgChart1"/>
    <dgm:cxn modelId="{520F977C-5F0A-4AA9-BC95-6E90C6D7628F}" type="presParOf" srcId="{845E0442-7A49-43BD-A69E-D32D2713B6EB}" destId="{BF5B5DFD-1C71-4E9B-A0B6-B8E81B4ED644}" srcOrd="2" destOrd="0" presId="urn:microsoft.com/office/officeart/2005/8/layout/orgChart1"/>
    <dgm:cxn modelId="{30DD694A-8FF6-4300-9D81-B3AA8D14E86E}" type="presParOf" srcId="{39FB809D-B47C-431B-9110-2B07CDB9DCB1}" destId="{840B5690-5663-4A7F-85F0-D2480184FA42}" srcOrd="2" destOrd="0" presId="urn:microsoft.com/office/officeart/2005/8/layout/orgChart1"/>
    <dgm:cxn modelId="{FA72CA26-7D43-4DE4-A741-1252CEEAECDA}" type="presParOf" srcId="{C4234FF8-AB8F-48E8-97D4-34AE66F65782}" destId="{EEDA48C3-AC9E-47A9-A8B3-52102D56CC41}" srcOrd="2" destOrd="0" presId="urn:microsoft.com/office/officeart/2005/8/layout/orgChart1"/>
    <dgm:cxn modelId="{5B1F1344-817A-4D99-B34C-9A28C46E0232}" type="presParOf" srcId="{6CE2DB1B-25DC-4CB1-94BC-8EA9260F54E3}" destId="{C48CF798-5476-40DE-8D7F-4D2C933DFCD5}" srcOrd="2" destOrd="0" presId="urn:microsoft.com/office/officeart/2005/8/layout/orgChart1"/>
    <dgm:cxn modelId="{4AFFD720-2A1D-48B9-9D56-C6FE1B41D100}" type="presParOf" srcId="{3D54568A-D476-40FA-85F5-436463688533}" destId="{A22273BC-18D8-4075-982B-65CEDB336C60}" srcOrd="2" destOrd="0" presId="urn:microsoft.com/office/officeart/2005/8/layout/orgChart1"/>
    <dgm:cxn modelId="{A1DD8F1F-A099-4D2E-ABA9-03FD1AF0A2FB}" type="presParOf" srcId="{C1D091D9-EC16-4D02-8C31-CFCA51752F12}" destId="{46FCB148-B87B-4CBA-AE16-1664B3753871}" srcOrd="2" destOrd="0" presId="urn:microsoft.com/office/officeart/2005/8/layout/orgChart1"/>
    <dgm:cxn modelId="{8524D844-6434-4827-AC91-0CF57EA096C9}" type="presParOf" srcId="{C1D091D9-EC16-4D02-8C31-CFCA51752F12}" destId="{14CF90EC-259F-4B14-8FCA-8973622D2CB7}" srcOrd="3" destOrd="0" presId="urn:microsoft.com/office/officeart/2005/8/layout/orgChart1"/>
    <dgm:cxn modelId="{FE83CC63-B438-4891-974D-B1BCB4E64B01}" type="presParOf" srcId="{14CF90EC-259F-4B14-8FCA-8973622D2CB7}" destId="{F98C0903-E03C-4DCB-AB23-DA04290077C9}" srcOrd="0" destOrd="0" presId="urn:microsoft.com/office/officeart/2005/8/layout/orgChart1"/>
    <dgm:cxn modelId="{80E4006D-7B16-458E-9996-694C289F13AA}" type="presParOf" srcId="{F98C0903-E03C-4DCB-AB23-DA04290077C9}" destId="{BB356D03-0473-473A-AA21-68EACEC8EA0B}" srcOrd="0" destOrd="0" presId="urn:microsoft.com/office/officeart/2005/8/layout/orgChart1"/>
    <dgm:cxn modelId="{852A98CC-FB7F-499C-BDCB-5084071E73F3}" type="presParOf" srcId="{F98C0903-E03C-4DCB-AB23-DA04290077C9}" destId="{A6717787-6B03-471F-8230-C2F2D364D11C}" srcOrd="1" destOrd="0" presId="urn:microsoft.com/office/officeart/2005/8/layout/orgChart1"/>
    <dgm:cxn modelId="{C7AB6358-E296-4B80-A456-33786B7AA6B3}" type="presParOf" srcId="{14CF90EC-259F-4B14-8FCA-8973622D2CB7}" destId="{80FC5EDF-93C9-4903-95CA-7C3C4521E508}" srcOrd="1" destOrd="0" presId="urn:microsoft.com/office/officeart/2005/8/layout/orgChart1"/>
    <dgm:cxn modelId="{AC3FBB2F-D25D-42B5-8D07-A04023C0C7D1}" type="presParOf" srcId="{80FC5EDF-93C9-4903-95CA-7C3C4521E508}" destId="{AD8C8400-436C-49CF-8F75-184EAF1BEE2F}" srcOrd="0" destOrd="0" presId="urn:microsoft.com/office/officeart/2005/8/layout/orgChart1"/>
    <dgm:cxn modelId="{BAE739D1-9EEB-45D6-A9E1-CC3FFE3D1277}" type="presParOf" srcId="{80FC5EDF-93C9-4903-95CA-7C3C4521E508}" destId="{20636671-1D0B-4DC8-8269-690F08274264}" srcOrd="1" destOrd="0" presId="urn:microsoft.com/office/officeart/2005/8/layout/orgChart1"/>
    <dgm:cxn modelId="{BF80C9C3-0E68-4029-B196-12923BBA961A}" type="presParOf" srcId="{20636671-1D0B-4DC8-8269-690F08274264}" destId="{AF5F2B74-0047-404C-AE52-4898D640CD83}" srcOrd="0" destOrd="0" presId="urn:microsoft.com/office/officeart/2005/8/layout/orgChart1"/>
    <dgm:cxn modelId="{F5566CCF-E40D-408D-8B0D-6B8537D174ED}" type="presParOf" srcId="{AF5F2B74-0047-404C-AE52-4898D640CD83}" destId="{163520D1-F5C5-42CE-AC3F-E99395815B54}" srcOrd="0" destOrd="0" presId="urn:microsoft.com/office/officeart/2005/8/layout/orgChart1"/>
    <dgm:cxn modelId="{695BD006-AEEB-478C-87F5-2C5F06EA7E46}" type="presParOf" srcId="{AF5F2B74-0047-404C-AE52-4898D640CD83}" destId="{F1E1746B-5555-4AD9-8307-576434BDB067}" srcOrd="1" destOrd="0" presId="urn:microsoft.com/office/officeart/2005/8/layout/orgChart1"/>
    <dgm:cxn modelId="{CEACC060-B08A-4780-BE1B-175A9FA51DF4}" type="presParOf" srcId="{20636671-1D0B-4DC8-8269-690F08274264}" destId="{FE1E9AA5-4596-40BB-BE8A-8A71276703B4}" srcOrd="1" destOrd="0" presId="urn:microsoft.com/office/officeart/2005/8/layout/orgChart1"/>
    <dgm:cxn modelId="{DB22D4E9-1E68-4F62-8F17-81CA04724625}" type="presParOf" srcId="{FE1E9AA5-4596-40BB-BE8A-8A71276703B4}" destId="{25863A9C-3731-4569-B396-3A6DA81285C0}" srcOrd="0" destOrd="0" presId="urn:microsoft.com/office/officeart/2005/8/layout/orgChart1"/>
    <dgm:cxn modelId="{30FB8EA1-296D-45E1-9EEB-C857090431BE}" type="presParOf" srcId="{FE1E9AA5-4596-40BB-BE8A-8A71276703B4}" destId="{8E90B8F7-3476-4E56-9262-5854AAD95942}" srcOrd="1" destOrd="0" presId="urn:microsoft.com/office/officeart/2005/8/layout/orgChart1"/>
    <dgm:cxn modelId="{BECFA592-D7F1-4420-BE37-D04D43D0BC58}" type="presParOf" srcId="{8E90B8F7-3476-4E56-9262-5854AAD95942}" destId="{EFE9054F-F194-42F9-8D60-D5420FF8D637}" srcOrd="0" destOrd="0" presId="urn:microsoft.com/office/officeart/2005/8/layout/orgChart1"/>
    <dgm:cxn modelId="{AAC43AED-23A4-4B50-B529-89A20E2C9B9B}" type="presParOf" srcId="{EFE9054F-F194-42F9-8D60-D5420FF8D637}" destId="{CF059E02-8E8F-43A3-AE27-8269B4559480}" srcOrd="0" destOrd="0" presId="urn:microsoft.com/office/officeart/2005/8/layout/orgChart1"/>
    <dgm:cxn modelId="{92703E80-EDFD-466F-A5A3-861667BEE64C}" type="presParOf" srcId="{EFE9054F-F194-42F9-8D60-D5420FF8D637}" destId="{0809250C-4D03-4256-9BD4-3213F2AFDB5F}" srcOrd="1" destOrd="0" presId="urn:microsoft.com/office/officeart/2005/8/layout/orgChart1"/>
    <dgm:cxn modelId="{CFABFF9C-F674-403C-AC4F-0084AA7BAF28}" type="presParOf" srcId="{8E90B8F7-3476-4E56-9262-5854AAD95942}" destId="{33F94E79-320B-4B46-B308-CC22BCCD5862}" srcOrd="1" destOrd="0" presId="urn:microsoft.com/office/officeart/2005/8/layout/orgChart1"/>
    <dgm:cxn modelId="{825F2D4C-EFD5-438A-B408-B372BE7C6532}" type="presParOf" srcId="{8E90B8F7-3476-4E56-9262-5854AAD95942}" destId="{1932BCB7-CECE-4594-8BD4-2509183CC92B}" srcOrd="2" destOrd="0" presId="urn:microsoft.com/office/officeart/2005/8/layout/orgChart1"/>
    <dgm:cxn modelId="{2B4DD18D-4315-48BE-8AC8-6C74E490010E}" type="presParOf" srcId="{20636671-1D0B-4DC8-8269-690F08274264}" destId="{BD4684ED-D789-49C5-86C1-AD742E73BC2C}" srcOrd="2" destOrd="0" presId="urn:microsoft.com/office/officeart/2005/8/layout/orgChart1"/>
    <dgm:cxn modelId="{8722BE59-C893-44B6-96DF-1F86C268EB92}" type="presParOf" srcId="{80FC5EDF-93C9-4903-95CA-7C3C4521E508}" destId="{8F0DAB45-3490-425F-BAB4-AA1B1BD19535}" srcOrd="2" destOrd="0" presId="urn:microsoft.com/office/officeart/2005/8/layout/orgChart1"/>
    <dgm:cxn modelId="{1564391F-B34F-4B5C-A6B5-2C8085CB62F5}" type="presParOf" srcId="{80FC5EDF-93C9-4903-95CA-7C3C4521E508}" destId="{02BF4788-60E9-45A1-B2BC-2F24A7F60B92}" srcOrd="3" destOrd="0" presId="urn:microsoft.com/office/officeart/2005/8/layout/orgChart1"/>
    <dgm:cxn modelId="{4F05985B-FE85-4F2F-9FA6-D00F9B143B20}" type="presParOf" srcId="{02BF4788-60E9-45A1-B2BC-2F24A7F60B92}" destId="{FA9A1B3B-5ECC-4FFA-B184-7930D7C62B75}" srcOrd="0" destOrd="0" presId="urn:microsoft.com/office/officeart/2005/8/layout/orgChart1"/>
    <dgm:cxn modelId="{33A0CA4A-17DA-4893-BBE7-8C9EEA757635}" type="presParOf" srcId="{FA9A1B3B-5ECC-4FFA-B184-7930D7C62B75}" destId="{14FCF337-8A44-4021-8A34-A4DACC4BCEE9}" srcOrd="0" destOrd="0" presId="urn:microsoft.com/office/officeart/2005/8/layout/orgChart1"/>
    <dgm:cxn modelId="{36C14E97-34C0-47B1-A7EE-E301A8CFC1C7}" type="presParOf" srcId="{FA9A1B3B-5ECC-4FFA-B184-7930D7C62B75}" destId="{3E527070-8DB9-4FC6-A2FD-764C427191E7}" srcOrd="1" destOrd="0" presId="urn:microsoft.com/office/officeart/2005/8/layout/orgChart1"/>
    <dgm:cxn modelId="{3A14D6CB-DC6F-46F9-9453-AFEB384FEBEA}" type="presParOf" srcId="{02BF4788-60E9-45A1-B2BC-2F24A7F60B92}" destId="{C6983802-DA70-4A02-94A4-E52383E05D03}" srcOrd="1" destOrd="0" presId="urn:microsoft.com/office/officeart/2005/8/layout/orgChart1"/>
    <dgm:cxn modelId="{93D1C4C1-100C-4635-B58E-EE199B9DF43F}" type="presParOf" srcId="{C6983802-DA70-4A02-94A4-E52383E05D03}" destId="{F804D0E1-B530-427B-8AB4-6D8DDA9377FC}" srcOrd="0" destOrd="0" presId="urn:microsoft.com/office/officeart/2005/8/layout/orgChart1"/>
    <dgm:cxn modelId="{BA3E8BA1-AF36-451A-ACBE-5AD273B94678}" type="presParOf" srcId="{C6983802-DA70-4A02-94A4-E52383E05D03}" destId="{FFE61E46-2494-476F-8B01-BD0E8DF03E9A}" srcOrd="1" destOrd="0" presId="urn:microsoft.com/office/officeart/2005/8/layout/orgChart1"/>
    <dgm:cxn modelId="{50DC962C-2466-43B3-9F51-7C5FBC0A7A31}" type="presParOf" srcId="{FFE61E46-2494-476F-8B01-BD0E8DF03E9A}" destId="{14C6AF3D-27D7-463A-99E8-28B26394C07F}" srcOrd="0" destOrd="0" presId="urn:microsoft.com/office/officeart/2005/8/layout/orgChart1"/>
    <dgm:cxn modelId="{97F3011B-C7DF-4C6F-A5EE-FD32B34162EF}" type="presParOf" srcId="{14C6AF3D-27D7-463A-99E8-28B26394C07F}" destId="{301A808E-E462-4EFF-9696-8537F535908B}" srcOrd="0" destOrd="0" presId="urn:microsoft.com/office/officeart/2005/8/layout/orgChart1"/>
    <dgm:cxn modelId="{D50D34C8-AFBC-44C9-A39A-A9F5F582FB0B}" type="presParOf" srcId="{14C6AF3D-27D7-463A-99E8-28B26394C07F}" destId="{78473D07-4826-47CF-805A-6B27CD79AC40}" srcOrd="1" destOrd="0" presId="urn:microsoft.com/office/officeart/2005/8/layout/orgChart1"/>
    <dgm:cxn modelId="{B22E4CFC-867A-4F9E-BACB-A08E8665B896}" type="presParOf" srcId="{FFE61E46-2494-476F-8B01-BD0E8DF03E9A}" destId="{6C4B58FA-87EF-4D4B-BE71-27A8C11A5AD8}" srcOrd="1" destOrd="0" presId="urn:microsoft.com/office/officeart/2005/8/layout/orgChart1"/>
    <dgm:cxn modelId="{AE9DFEA1-6DBA-4930-A7AF-58E91C339F8F}" type="presParOf" srcId="{FFE61E46-2494-476F-8B01-BD0E8DF03E9A}" destId="{EC8867E5-2B5E-40D2-9F43-9C1A9039F37E}" srcOrd="2" destOrd="0" presId="urn:microsoft.com/office/officeart/2005/8/layout/orgChart1"/>
    <dgm:cxn modelId="{435257EA-0793-4C26-8941-5859F5B84328}" type="presParOf" srcId="{02BF4788-60E9-45A1-B2BC-2F24A7F60B92}" destId="{86B4AAF4-63D8-41AD-894D-C66C883E7B1C}" srcOrd="2" destOrd="0" presId="urn:microsoft.com/office/officeart/2005/8/layout/orgChart1"/>
    <dgm:cxn modelId="{FC178355-6355-4758-87BB-0A1E4A7ACF18}" type="presParOf" srcId="{14CF90EC-259F-4B14-8FCA-8973622D2CB7}" destId="{DF89CD9F-8080-451D-AF82-EFD8C38B9D2C}" srcOrd="2" destOrd="0" presId="urn:microsoft.com/office/officeart/2005/8/layout/orgChart1"/>
    <dgm:cxn modelId="{BED6D39A-84A6-4ED3-9427-DAA1C77F7F2C}" type="presParOf" srcId="{DACA9C14-94F7-4A2E-BE4F-8C25D91FEE04}" destId="{277A78BB-C089-4C0E-A2A9-F5E43BF3829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1474AFD-4E2B-40B3-AC8A-80EB1544836F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D0ED5FE-7E95-4250-8677-9EC1950AE8A1}">
      <dgm:prSet phldrT="[Text]" custT="1"/>
      <dgm:spPr/>
      <dgm:t>
        <a:bodyPr/>
        <a:lstStyle/>
        <a:p>
          <a:r>
            <a:rPr lang="en-US" sz="1100" dirty="0"/>
            <a:t>Project cannot be done on time</a:t>
          </a:r>
        </a:p>
      </dgm:t>
    </dgm:pt>
    <dgm:pt modelId="{6CF3C4E9-FDC6-4F46-B5E3-8EA57AA9FAAE}" type="parTrans" cxnId="{306E1505-25CC-4621-9CEB-8E9A836B6A96}">
      <dgm:prSet/>
      <dgm:spPr/>
      <dgm:t>
        <a:bodyPr/>
        <a:lstStyle/>
        <a:p>
          <a:endParaRPr lang="en-US" sz="1100"/>
        </a:p>
      </dgm:t>
    </dgm:pt>
    <dgm:pt modelId="{3FD7FD21-4532-4C79-8465-1FA3FBCB81ED}" type="sibTrans" cxnId="{306E1505-25CC-4621-9CEB-8E9A836B6A96}">
      <dgm:prSet/>
      <dgm:spPr/>
      <dgm:t>
        <a:bodyPr/>
        <a:lstStyle/>
        <a:p>
          <a:endParaRPr lang="en-US" sz="1100"/>
        </a:p>
      </dgm:t>
    </dgm:pt>
    <dgm:pt modelId="{76B35F3C-3E89-45D3-A712-7871D0C48619}">
      <dgm:prSet phldrT="[Text]" custT="1"/>
      <dgm:spPr/>
      <dgm:t>
        <a:bodyPr/>
        <a:lstStyle/>
        <a:p>
          <a:r>
            <a:rPr lang="en-US" sz="1100" dirty="0"/>
            <a:t>There is not enough manpower   </a:t>
          </a:r>
        </a:p>
      </dgm:t>
    </dgm:pt>
    <dgm:pt modelId="{BDA7F1B3-82F8-4C6E-8BCB-9B9A721AE341}" type="parTrans" cxnId="{00B15D09-6AAC-4755-85BC-4E5F09F087AE}">
      <dgm:prSet/>
      <dgm:spPr/>
      <dgm:t>
        <a:bodyPr/>
        <a:lstStyle/>
        <a:p>
          <a:endParaRPr lang="en-US" sz="1100"/>
        </a:p>
      </dgm:t>
    </dgm:pt>
    <dgm:pt modelId="{0B5BAB1D-771E-4306-A56D-A92A21A28F23}" type="sibTrans" cxnId="{00B15D09-6AAC-4755-85BC-4E5F09F087AE}">
      <dgm:prSet/>
      <dgm:spPr/>
      <dgm:t>
        <a:bodyPr/>
        <a:lstStyle/>
        <a:p>
          <a:endParaRPr lang="en-US" sz="1100"/>
        </a:p>
      </dgm:t>
    </dgm:pt>
    <dgm:pt modelId="{CE3E7B9E-69DC-45F4-99D3-64D270354D95}">
      <dgm:prSet phldrT="[Text]" custT="1"/>
      <dgm:spPr/>
      <dgm:t>
        <a:bodyPr/>
        <a:lstStyle/>
        <a:p>
          <a:r>
            <a:rPr lang="en-US" sz="1100" dirty="0"/>
            <a:t>There are many unforeseen problems that results delayed</a:t>
          </a:r>
        </a:p>
      </dgm:t>
    </dgm:pt>
    <dgm:pt modelId="{8FC7B17B-6EED-4FAD-BF3A-28F57BB657A8}" type="parTrans" cxnId="{1D1B3758-214B-440C-96A8-8245C6614BF5}">
      <dgm:prSet/>
      <dgm:spPr/>
      <dgm:t>
        <a:bodyPr/>
        <a:lstStyle/>
        <a:p>
          <a:endParaRPr lang="en-US" sz="1100"/>
        </a:p>
      </dgm:t>
    </dgm:pt>
    <dgm:pt modelId="{64927759-DCCA-4EEE-932C-27A59663BDC0}" type="sibTrans" cxnId="{1D1B3758-214B-440C-96A8-8245C6614BF5}">
      <dgm:prSet/>
      <dgm:spPr/>
      <dgm:t>
        <a:bodyPr/>
        <a:lstStyle/>
        <a:p>
          <a:endParaRPr lang="en-US" sz="1100"/>
        </a:p>
      </dgm:t>
    </dgm:pt>
    <dgm:pt modelId="{B84C4C85-A6E3-4B9F-89D7-4A9213C04121}">
      <dgm:prSet phldrT="[Text]" custT="1"/>
      <dgm:spPr/>
      <dgm:t>
        <a:bodyPr/>
        <a:lstStyle/>
        <a:p>
          <a:r>
            <a:rPr lang="en-US" sz="1100" dirty="0"/>
            <a:t>There is no SOP that guide the project flow</a:t>
          </a:r>
        </a:p>
      </dgm:t>
    </dgm:pt>
    <dgm:pt modelId="{F36FF80B-9DBE-41ED-873B-F04A2E399FEA}" type="parTrans" cxnId="{1A3CE6C7-B56E-47F1-AB35-CA9AA2B80F36}">
      <dgm:prSet/>
      <dgm:spPr/>
      <dgm:t>
        <a:bodyPr/>
        <a:lstStyle/>
        <a:p>
          <a:endParaRPr lang="en-US" sz="1600"/>
        </a:p>
      </dgm:t>
    </dgm:pt>
    <dgm:pt modelId="{3342A01F-E475-4E05-85D0-60EDE950FFAA}" type="sibTrans" cxnId="{1A3CE6C7-B56E-47F1-AB35-CA9AA2B80F36}">
      <dgm:prSet/>
      <dgm:spPr/>
      <dgm:t>
        <a:bodyPr/>
        <a:lstStyle/>
        <a:p>
          <a:endParaRPr lang="en-US" sz="1600"/>
        </a:p>
      </dgm:t>
    </dgm:pt>
    <dgm:pt modelId="{DDBA4CC9-342C-431B-B258-52AD8A6CE6E0}">
      <dgm:prSet phldrT="[Text]" custT="1"/>
      <dgm:spPr/>
      <dgm:t>
        <a:bodyPr/>
        <a:lstStyle/>
        <a:p>
          <a:r>
            <a:rPr lang="en-US" sz="1100" dirty="0"/>
            <a:t>There is no proper plan at initial stage</a:t>
          </a:r>
        </a:p>
      </dgm:t>
    </dgm:pt>
    <dgm:pt modelId="{17BD22CE-FF59-4B56-8A6A-3217BF91F2C7}" type="parTrans" cxnId="{C1F47B10-2919-40F5-8DFA-0C20FE3A9C84}">
      <dgm:prSet/>
      <dgm:spPr/>
      <dgm:t>
        <a:bodyPr/>
        <a:lstStyle/>
        <a:p>
          <a:endParaRPr lang="en-US" sz="1600"/>
        </a:p>
      </dgm:t>
    </dgm:pt>
    <dgm:pt modelId="{3D25F7C2-1703-4806-9559-71CF90A834EC}" type="sibTrans" cxnId="{C1F47B10-2919-40F5-8DFA-0C20FE3A9C84}">
      <dgm:prSet/>
      <dgm:spPr/>
      <dgm:t>
        <a:bodyPr/>
        <a:lstStyle/>
        <a:p>
          <a:endParaRPr lang="en-US" sz="1600"/>
        </a:p>
      </dgm:t>
    </dgm:pt>
    <dgm:pt modelId="{008FB2C4-619B-4481-861A-0427BC96A30F}">
      <dgm:prSet phldrT="[Text]" custT="1"/>
      <dgm:spPr/>
      <dgm:t>
        <a:bodyPr/>
        <a:lstStyle/>
        <a:p>
          <a:r>
            <a:rPr lang="en-US" sz="1100" dirty="0"/>
            <a:t>There is not efficient in doing work</a:t>
          </a:r>
        </a:p>
      </dgm:t>
    </dgm:pt>
    <dgm:pt modelId="{90225213-7128-4C71-975E-D745780448D9}" type="parTrans" cxnId="{9F56399C-73AA-491F-BD98-69B5E78A2905}">
      <dgm:prSet/>
      <dgm:spPr/>
      <dgm:t>
        <a:bodyPr/>
        <a:lstStyle/>
        <a:p>
          <a:endParaRPr lang="en-US" sz="1400"/>
        </a:p>
      </dgm:t>
    </dgm:pt>
    <dgm:pt modelId="{DF5621E0-C3AA-4B69-9AB8-A2A902615C9C}" type="sibTrans" cxnId="{9F56399C-73AA-491F-BD98-69B5E78A2905}">
      <dgm:prSet/>
      <dgm:spPr/>
      <dgm:t>
        <a:bodyPr/>
        <a:lstStyle/>
        <a:p>
          <a:endParaRPr lang="en-US" sz="1400"/>
        </a:p>
      </dgm:t>
    </dgm:pt>
    <dgm:pt modelId="{0A57873F-7DD8-425A-9127-05B745C36A6F}">
      <dgm:prSet phldrT="[Text]" custT="1"/>
      <dgm:spPr/>
      <dgm:t>
        <a:bodyPr/>
        <a:lstStyle/>
        <a:p>
          <a:r>
            <a:rPr lang="en-US" sz="1100" dirty="0"/>
            <a:t>There are many personnel doing the same job</a:t>
          </a:r>
        </a:p>
      </dgm:t>
    </dgm:pt>
    <dgm:pt modelId="{421CE0DA-FF3D-4CE4-9CFF-9597EECFE042}" type="parTrans" cxnId="{D21A6356-2AB2-4719-B4D8-D7C013DB4D89}">
      <dgm:prSet/>
      <dgm:spPr/>
      <dgm:t>
        <a:bodyPr/>
        <a:lstStyle/>
        <a:p>
          <a:endParaRPr lang="en-US" sz="1400"/>
        </a:p>
      </dgm:t>
    </dgm:pt>
    <dgm:pt modelId="{6114CCF1-1A69-4F9E-BC04-D2FD37F8944F}" type="sibTrans" cxnId="{D21A6356-2AB2-4719-B4D8-D7C013DB4D89}">
      <dgm:prSet/>
      <dgm:spPr/>
      <dgm:t>
        <a:bodyPr/>
        <a:lstStyle/>
        <a:p>
          <a:endParaRPr lang="en-US" sz="1400"/>
        </a:p>
      </dgm:t>
    </dgm:pt>
    <dgm:pt modelId="{4CA922A5-2B56-41C8-9C24-B6866A4E3B00}">
      <dgm:prSet phldrT="[Text]" custT="1"/>
      <dgm:spPr/>
      <dgm:t>
        <a:bodyPr/>
        <a:lstStyle/>
        <a:p>
          <a:r>
            <a:rPr lang="en-US" sz="1100" dirty="0"/>
            <a:t>The job scope is not clear</a:t>
          </a:r>
        </a:p>
      </dgm:t>
    </dgm:pt>
    <dgm:pt modelId="{2620550D-88B4-497A-85D8-F24B641C0757}" type="parTrans" cxnId="{F3643D38-7031-48DF-AE64-CE6CF766C3E1}">
      <dgm:prSet/>
      <dgm:spPr/>
      <dgm:t>
        <a:bodyPr/>
        <a:lstStyle/>
        <a:p>
          <a:endParaRPr lang="en-US" sz="1400"/>
        </a:p>
      </dgm:t>
    </dgm:pt>
    <dgm:pt modelId="{5BE80447-0D86-4923-B666-46AF0BDF3F40}" type="sibTrans" cxnId="{F3643D38-7031-48DF-AE64-CE6CF766C3E1}">
      <dgm:prSet/>
      <dgm:spPr/>
      <dgm:t>
        <a:bodyPr/>
        <a:lstStyle/>
        <a:p>
          <a:endParaRPr lang="en-US" sz="1400"/>
        </a:p>
      </dgm:t>
    </dgm:pt>
    <dgm:pt modelId="{C877177C-EFCE-47DA-90CB-A40D32CF7B81}">
      <dgm:prSet phldrT="[Text]" custT="1"/>
      <dgm:spPr/>
      <dgm:t>
        <a:bodyPr/>
        <a:lstStyle/>
        <a:p>
          <a:r>
            <a:rPr lang="en-US" sz="1100" dirty="0"/>
            <a:t>There is no OC and job scope set in the early of project stage</a:t>
          </a:r>
        </a:p>
      </dgm:t>
    </dgm:pt>
    <dgm:pt modelId="{E57FA099-58DB-4C78-9D50-1E804330E0DC}" type="parTrans" cxnId="{6BDE74CA-7486-4D85-B7EC-BFA5D2525965}">
      <dgm:prSet/>
      <dgm:spPr/>
      <dgm:t>
        <a:bodyPr/>
        <a:lstStyle/>
        <a:p>
          <a:endParaRPr lang="en-US" sz="1400"/>
        </a:p>
      </dgm:t>
    </dgm:pt>
    <dgm:pt modelId="{5C96C3A0-A67F-4D17-B942-E37749DC66B4}" type="sibTrans" cxnId="{6BDE74CA-7486-4D85-B7EC-BFA5D2525965}">
      <dgm:prSet/>
      <dgm:spPr/>
      <dgm:t>
        <a:bodyPr/>
        <a:lstStyle/>
        <a:p>
          <a:endParaRPr lang="en-US" sz="1400"/>
        </a:p>
      </dgm:t>
    </dgm:pt>
    <dgm:pt modelId="{86A0E276-ADC2-4849-98B6-34FA1064BD7F}">
      <dgm:prSet phldrT="[Text]" custT="1"/>
      <dgm:spPr/>
      <dgm:t>
        <a:bodyPr/>
        <a:lstStyle/>
        <a:p>
          <a:r>
            <a:rPr lang="en-US" sz="1100" dirty="0"/>
            <a:t>There is no SOP to state the project flow</a:t>
          </a:r>
        </a:p>
      </dgm:t>
    </dgm:pt>
    <dgm:pt modelId="{9A97457D-D0F7-4D61-8443-3C0A58162E08}" type="parTrans" cxnId="{E36FE223-2FA6-4602-B70F-FD9E0775701E}">
      <dgm:prSet/>
      <dgm:spPr/>
      <dgm:t>
        <a:bodyPr/>
        <a:lstStyle/>
        <a:p>
          <a:endParaRPr lang="en-US" sz="1400"/>
        </a:p>
      </dgm:t>
    </dgm:pt>
    <dgm:pt modelId="{D331FE04-D158-49E3-A1F7-4BEE0A94D2C7}" type="sibTrans" cxnId="{E36FE223-2FA6-4602-B70F-FD9E0775701E}">
      <dgm:prSet/>
      <dgm:spPr/>
      <dgm:t>
        <a:bodyPr/>
        <a:lstStyle/>
        <a:p>
          <a:endParaRPr lang="en-US" sz="1400"/>
        </a:p>
      </dgm:t>
    </dgm:pt>
    <dgm:pt modelId="{65C30178-CD72-48CB-B6CA-76333EA0C2F7}">
      <dgm:prSet phldrT="[Text]" custT="1"/>
      <dgm:spPr/>
      <dgm:t>
        <a:bodyPr/>
        <a:lstStyle/>
        <a:p>
          <a:r>
            <a:rPr lang="en-US" sz="1100" dirty="0"/>
            <a:t>There is no competent personnel to perform the job</a:t>
          </a:r>
        </a:p>
      </dgm:t>
    </dgm:pt>
    <dgm:pt modelId="{624D0C9F-2717-4EE5-A196-C8209F059883}" type="parTrans" cxnId="{F076D2AF-22F4-4E64-B4D8-51389935316C}">
      <dgm:prSet/>
      <dgm:spPr/>
      <dgm:t>
        <a:bodyPr/>
        <a:lstStyle/>
        <a:p>
          <a:endParaRPr lang="en-US"/>
        </a:p>
      </dgm:t>
    </dgm:pt>
    <dgm:pt modelId="{97C35BA1-11CA-4B77-8D19-9852F82375CF}" type="sibTrans" cxnId="{F076D2AF-22F4-4E64-B4D8-51389935316C}">
      <dgm:prSet/>
      <dgm:spPr/>
      <dgm:t>
        <a:bodyPr/>
        <a:lstStyle/>
        <a:p>
          <a:endParaRPr lang="en-US"/>
        </a:p>
      </dgm:t>
    </dgm:pt>
    <dgm:pt modelId="{F51B3FC2-E17B-4575-B73C-20FE1C4CBF55}">
      <dgm:prSet phldrT="[Text]" custT="1"/>
      <dgm:spPr/>
      <dgm:t>
        <a:bodyPr/>
        <a:lstStyle/>
        <a:p>
          <a:r>
            <a:rPr lang="en-US" sz="1100" dirty="0"/>
            <a:t>There is not enough training</a:t>
          </a:r>
        </a:p>
      </dgm:t>
    </dgm:pt>
    <dgm:pt modelId="{545CB35A-7066-45D2-9BFD-08CBA9F45D72}" type="parTrans" cxnId="{7E4665ED-F78E-46C2-8FAF-CB86945B190E}">
      <dgm:prSet/>
      <dgm:spPr/>
      <dgm:t>
        <a:bodyPr/>
        <a:lstStyle/>
        <a:p>
          <a:endParaRPr lang="en-US"/>
        </a:p>
      </dgm:t>
    </dgm:pt>
    <dgm:pt modelId="{993223AB-3F70-433D-9A66-6C150E6EF558}" type="sibTrans" cxnId="{7E4665ED-F78E-46C2-8FAF-CB86945B190E}">
      <dgm:prSet/>
      <dgm:spPr/>
      <dgm:t>
        <a:bodyPr/>
        <a:lstStyle/>
        <a:p>
          <a:endParaRPr lang="en-US"/>
        </a:p>
      </dgm:t>
    </dgm:pt>
    <dgm:pt modelId="{9DEF8EB1-13C9-4C86-B698-72C2EE1BCA62}">
      <dgm:prSet phldrT="[Text]" custT="1"/>
      <dgm:spPr/>
      <dgm:t>
        <a:bodyPr/>
        <a:lstStyle/>
        <a:p>
          <a:r>
            <a:rPr lang="en-US" sz="1100" dirty="0"/>
            <a:t>There is no risk management</a:t>
          </a:r>
        </a:p>
      </dgm:t>
    </dgm:pt>
    <dgm:pt modelId="{1D74282D-C431-49CE-9E58-F52AA43AC0CA}" type="parTrans" cxnId="{15A678C9-FA0C-471C-820E-08B53840F26B}">
      <dgm:prSet/>
      <dgm:spPr/>
      <dgm:t>
        <a:bodyPr/>
        <a:lstStyle/>
        <a:p>
          <a:endParaRPr lang="en-US"/>
        </a:p>
      </dgm:t>
    </dgm:pt>
    <dgm:pt modelId="{8ABE1486-7E91-4D9A-8C68-B8A59C4396A6}" type="sibTrans" cxnId="{15A678C9-FA0C-471C-820E-08B53840F26B}">
      <dgm:prSet/>
      <dgm:spPr/>
      <dgm:t>
        <a:bodyPr/>
        <a:lstStyle/>
        <a:p>
          <a:endParaRPr lang="en-US"/>
        </a:p>
      </dgm:t>
    </dgm:pt>
    <dgm:pt modelId="{9014CD6E-784A-49A0-853E-F3D8B41BE017}">
      <dgm:prSet phldrT="[Text]" custT="1"/>
      <dgm:spPr/>
      <dgm:t>
        <a:bodyPr/>
        <a:lstStyle/>
        <a:p>
          <a:r>
            <a:rPr lang="en-US" sz="1100" dirty="0"/>
            <a:t>There is no SOP that guide the project flow</a:t>
          </a:r>
        </a:p>
      </dgm:t>
    </dgm:pt>
    <dgm:pt modelId="{D1A3CB1C-7861-43CF-BC31-08BE0B9E54DC}" type="parTrans" cxnId="{BEFCC7D1-E8C7-444B-A773-7587D59D8357}">
      <dgm:prSet/>
      <dgm:spPr/>
      <dgm:t>
        <a:bodyPr/>
        <a:lstStyle/>
        <a:p>
          <a:endParaRPr lang="en-US"/>
        </a:p>
      </dgm:t>
    </dgm:pt>
    <dgm:pt modelId="{3FA21C13-E92E-4660-849A-3AE99F8543E8}" type="sibTrans" cxnId="{BEFCC7D1-E8C7-444B-A773-7587D59D8357}">
      <dgm:prSet/>
      <dgm:spPr/>
      <dgm:t>
        <a:bodyPr/>
        <a:lstStyle/>
        <a:p>
          <a:endParaRPr lang="en-US"/>
        </a:p>
      </dgm:t>
    </dgm:pt>
    <dgm:pt modelId="{3E390511-0AF3-499F-A305-DDFB8B8CE5EC}">
      <dgm:prSet phldrT="[Text]" custT="1"/>
      <dgm:spPr/>
      <dgm:t>
        <a:bodyPr/>
        <a:lstStyle/>
        <a:p>
          <a:r>
            <a:rPr lang="en-US" sz="1100" dirty="0"/>
            <a:t>There is no system to monitor the manpower competency</a:t>
          </a:r>
        </a:p>
      </dgm:t>
    </dgm:pt>
    <dgm:pt modelId="{435CE7CF-BE59-4505-A0E7-0EBC8BBA1214}" type="parTrans" cxnId="{B24BCD7B-F4AE-4C71-879E-06157F709A87}">
      <dgm:prSet/>
      <dgm:spPr/>
      <dgm:t>
        <a:bodyPr/>
        <a:lstStyle/>
        <a:p>
          <a:endParaRPr lang="en-US"/>
        </a:p>
      </dgm:t>
    </dgm:pt>
    <dgm:pt modelId="{C021F919-2F6E-4E76-9E8D-0848A425304A}" type="sibTrans" cxnId="{B24BCD7B-F4AE-4C71-879E-06157F709A87}">
      <dgm:prSet/>
      <dgm:spPr/>
      <dgm:t>
        <a:bodyPr/>
        <a:lstStyle/>
        <a:p>
          <a:endParaRPr lang="en-US"/>
        </a:p>
      </dgm:t>
    </dgm:pt>
    <dgm:pt modelId="{CDBC6E98-F188-496C-A848-1E799ED79DE2}" type="pres">
      <dgm:prSet presAssocID="{41474AFD-4E2B-40B3-AC8A-80EB1544836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1C736E0-4A3F-49DB-832F-82D6E742DA3A}" type="pres">
      <dgm:prSet presAssocID="{5D0ED5FE-7E95-4250-8677-9EC1950AE8A1}" presName="hierRoot1" presStyleCnt="0">
        <dgm:presLayoutVars>
          <dgm:hierBranch val="init"/>
        </dgm:presLayoutVars>
      </dgm:prSet>
      <dgm:spPr/>
    </dgm:pt>
    <dgm:pt modelId="{E1849E25-D6DE-4DE7-A150-A38A20E273DA}" type="pres">
      <dgm:prSet presAssocID="{5D0ED5FE-7E95-4250-8677-9EC1950AE8A1}" presName="rootComposite1" presStyleCnt="0"/>
      <dgm:spPr/>
    </dgm:pt>
    <dgm:pt modelId="{9EFBAD96-9A2F-49A5-9E11-7BBBF856557D}" type="pres">
      <dgm:prSet presAssocID="{5D0ED5FE-7E95-4250-8677-9EC1950AE8A1}" presName="rootText1" presStyleLbl="node0" presStyleIdx="0" presStyleCnt="1">
        <dgm:presLayoutVars>
          <dgm:chPref val="3"/>
        </dgm:presLayoutVars>
      </dgm:prSet>
      <dgm:spPr/>
    </dgm:pt>
    <dgm:pt modelId="{750F3F54-A2AD-4A77-A848-89A056AA32A0}" type="pres">
      <dgm:prSet presAssocID="{5D0ED5FE-7E95-4250-8677-9EC1950AE8A1}" presName="rootConnector1" presStyleLbl="node1" presStyleIdx="0" presStyleCnt="0"/>
      <dgm:spPr/>
    </dgm:pt>
    <dgm:pt modelId="{14CD3D2B-3AB4-4646-BB21-7F567F6A9A3B}" type="pres">
      <dgm:prSet presAssocID="{5D0ED5FE-7E95-4250-8677-9EC1950AE8A1}" presName="hierChild2" presStyleCnt="0"/>
      <dgm:spPr/>
    </dgm:pt>
    <dgm:pt modelId="{5A256C76-518B-45F9-9EA0-3F02778912FA}" type="pres">
      <dgm:prSet presAssocID="{BDA7F1B3-82F8-4C6E-8BCB-9B9A721AE341}" presName="Name37" presStyleLbl="parChTrans1D2" presStyleIdx="0" presStyleCnt="2"/>
      <dgm:spPr/>
    </dgm:pt>
    <dgm:pt modelId="{A24ACEA3-1518-4E3D-87B2-D469EA54E923}" type="pres">
      <dgm:prSet presAssocID="{76B35F3C-3E89-45D3-A712-7871D0C48619}" presName="hierRoot2" presStyleCnt="0">
        <dgm:presLayoutVars>
          <dgm:hierBranch/>
        </dgm:presLayoutVars>
      </dgm:prSet>
      <dgm:spPr/>
    </dgm:pt>
    <dgm:pt modelId="{1F4D5B67-D36D-480A-895F-3F3DC5DEB85C}" type="pres">
      <dgm:prSet presAssocID="{76B35F3C-3E89-45D3-A712-7871D0C48619}" presName="rootComposite" presStyleCnt="0"/>
      <dgm:spPr/>
    </dgm:pt>
    <dgm:pt modelId="{8FE6C161-384A-49C2-8E05-D34E4A719C3D}" type="pres">
      <dgm:prSet presAssocID="{76B35F3C-3E89-45D3-A712-7871D0C48619}" presName="rootText" presStyleLbl="node2" presStyleIdx="0" presStyleCnt="2">
        <dgm:presLayoutVars>
          <dgm:chPref val="3"/>
        </dgm:presLayoutVars>
      </dgm:prSet>
      <dgm:spPr/>
    </dgm:pt>
    <dgm:pt modelId="{26AC3CC7-DD1F-4343-8043-9D2EF37EEB56}" type="pres">
      <dgm:prSet presAssocID="{76B35F3C-3E89-45D3-A712-7871D0C48619}" presName="rootConnector" presStyleLbl="node2" presStyleIdx="0" presStyleCnt="2"/>
      <dgm:spPr/>
    </dgm:pt>
    <dgm:pt modelId="{9BA0AA6E-A406-4E22-BAFC-6D960E1A509D}" type="pres">
      <dgm:prSet presAssocID="{76B35F3C-3E89-45D3-A712-7871D0C48619}" presName="hierChild4" presStyleCnt="0"/>
      <dgm:spPr/>
    </dgm:pt>
    <dgm:pt modelId="{93292C31-F646-498B-A8F5-5E2E6F492F55}" type="pres">
      <dgm:prSet presAssocID="{624D0C9F-2717-4EE5-A196-C8209F059883}" presName="Name35" presStyleLbl="parChTrans1D3" presStyleIdx="0" presStyleCnt="4"/>
      <dgm:spPr/>
    </dgm:pt>
    <dgm:pt modelId="{30436768-49BD-41DF-A76C-6BD737ECBECA}" type="pres">
      <dgm:prSet presAssocID="{65C30178-CD72-48CB-B6CA-76333EA0C2F7}" presName="hierRoot2" presStyleCnt="0">
        <dgm:presLayoutVars>
          <dgm:hierBranch/>
        </dgm:presLayoutVars>
      </dgm:prSet>
      <dgm:spPr/>
    </dgm:pt>
    <dgm:pt modelId="{1CFA4F79-3578-423C-9C32-D91F6B508678}" type="pres">
      <dgm:prSet presAssocID="{65C30178-CD72-48CB-B6CA-76333EA0C2F7}" presName="rootComposite" presStyleCnt="0"/>
      <dgm:spPr/>
    </dgm:pt>
    <dgm:pt modelId="{E15F2E3C-3E72-4BC2-BA53-716CDAFD0D01}" type="pres">
      <dgm:prSet presAssocID="{65C30178-CD72-48CB-B6CA-76333EA0C2F7}" presName="rootText" presStyleLbl="node3" presStyleIdx="0" presStyleCnt="4">
        <dgm:presLayoutVars>
          <dgm:chPref val="3"/>
        </dgm:presLayoutVars>
      </dgm:prSet>
      <dgm:spPr/>
    </dgm:pt>
    <dgm:pt modelId="{B73AC966-C090-4090-9F26-24932961D828}" type="pres">
      <dgm:prSet presAssocID="{65C30178-CD72-48CB-B6CA-76333EA0C2F7}" presName="rootConnector" presStyleLbl="node3" presStyleIdx="0" presStyleCnt="4"/>
      <dgm:spPr/>
    </dgm:pt>
    <dgm:pt modelId="{183FBA86-E0B5-4CDD-9BFA-4832D5E00AAA}" type="pres">
      <dgm:prSet presAssocID="{65C30178-CD72-48CB-B6CA-76333EA0C2F7}" presName="hierChild4" presStyleCnt="0"/>
      <dgm:spPr/>
    </dgm:pt>
    <dgm:pt modelId="{B7AC44D2-1590-4FFB-A25C-04E1BEA039E1}" type="pres">
      <dgm:prSet presAssocID="{545CB35A-7066-45D2-9BFD-08CBA9F45D72}" presName="Name35" presStyleLbl="parChTrans1D4" presStyleIdx="0" presStyleCnt="8"/>
      <dgm:spPr/>
    </dgm:pt>
    <dgm:pt modelId="{CABA8776-4A54-46B2-96A2-D6D4B82B4150}" type="pres">
      <dgm:prSet presAssocID="{F51B3FC2-E17B-4575-B73C-20FE1C4CBF55}" presName="hierRoot2" presStyleCnt="0">
        <dgm:presLayoutVars>
          <dgm:hierBranch/>
        </dgm:presLayoutVars>
      </dgm:prSet>
      <dgm:spPr/>
    </dgm:pt>
    <dgm:pt modelId="{9BE0C8B5-0AB6-4174-8916-7909E4A1C2AD}" type="pres">
      <dgm:prSet presAssocID="{F51B3FC2-E17B-4575-B73C-20FE1C4CBF55}" presName="rootComposite" presStyleCnt="0"/>
      <dgm:spPr/>
    </dgm:pt>
    <dgm:pt modelId="{A1D011E8-F0EE-4668-8F0B-5D8D5A2498A1}" type="pres">
      <dgm:prSet presAssocID="{F51B3FC2-E17B-4575-B73C-20FE1C4CBF55}" presName="rootText" presStyleLbl="node4" presStyleIdx="0" presStyleCnt="8">
        <dgm:presLayoutVars>
          <dgm:chPref val="3"/>
        </dgm:presLayoutVars>
      </dgm:prSet>
      <dgm:spPr/>
    </dgm:pt>
    <dgm:pt modelId="{CB4B23C8-4211-4E0E-A2B3-9377CFE5193C}" type="pres">
      <dgm:prSet presAssocID="{F51B3FC2-E17B-4575-B73C-20FE1C4CBF55}" presName="rootConnector" presStyleLbl="node4" presStyleIdx="0" presStyleCnt="8"/>
      <dgm:spPr/>
    </dgm:pt>
    <dgm:pt modelId="{C8B886B0-4DF9-4B02-913E-8703EE35AD89}" type="pres">
      <dgm:prSet presAssocID="{F51B3FC2-E17B-4575-B73C-20FE1C4CBF55}" presName="hierChild4" presStyleCnt="0"/>
      <dgm:spPr/>
    </dgm:pt>
    <dgm:pt modelId="{202EA80A-FB25-4788-8B3F-FD6EFBA51904}" type="pres">
      <dgm:prSet presAssocID="{435CE7CF-BE59-4505-A0E7-0EBC8BBA1214}" presName="Name35" presStyleLbl="parChTrans1D4" presStyleIdx="1" presStyleCnt="8"/>
      <dgm:spPr/>
    </dgm:pt>
    <dgm:pt modelId="{66939DB6-7200-4F12-9B55-6478AA6FDD39}" type="pres">
      <dgm:prSet presAssocID="{3E390511-0AF3-499F-A305-DDFB8B8CE5EC}" presName="hierRoot2" presStyleCnt="0">
        <dgm:presLayoutVars>
          <dgm:hierBranch val="init"/>
        </dgm:presLayoutVars>
      </dgm:prSet>
      <dgm:spPr/>
    </dgm:pt>
    <dgm:pt modelId="{FF3B3EDD-EF01-4352-8F78-781318BA5F29}" type="pres">
      <dgm:prSet presAssocID="{3E390511-0AF3-499F-A305-DDFB8B8CE5EC}" presName="rootComposite" presStyleCnt="0"/>
      <dgm:spPr/>
    </dgm:pt>
    <dgm:pt modelId="{04E59E5A-2EB9-4330-BB8D-E964E321D56D}" type="pres">
      <dgm:prSet presAssocID="{3E390511-0AF3-499F-A305-DDFB8B8CE5EC}" presName="rootText" presStyleLbl="node4" presStyleIdx="1" presStyleCnt="8" custScaleY="108541">
        <dgm:presLayoutVars>
          <dgm:chPref val="3"/>
        </dgm:presLayoutVars>
      </dgm:prSet>
      <dgm:spPr/>
    </dgm:pt>
    <dgm:pt modelId="{B7D56EC7-3EB2-4083-A470-2D68B138E00D}" type="pres">
      <dgm:prSet presAssocID="{3E390511-0AF3-499F-A305-DDFB8B8CE5EC}" presName="rootConnector" presStyleLbl="node4" presStyleIdx="1" presStyleCnt="8"/>
      <dgm:spPr/>
    </dgm:pt>
    <dgm:pt modelId="{BFC845C6-20EB-465A-B5C8-C398CA8E2593}" type="pres">
      <dgm:prSet presAssocID="{3E390511-0AF3-499F-A305-DDFB8B8CE5EC}" presName="hierChild4" presStyleCnt="0"/>
      <dgm:spPr/>
    </dgm:pt>
    <dgm:pt modelId="{C6F078DF-7D79-49AF-871E-6963CA594920}" type="pres">
      <dgm:prSet presAssocID="{3E390511-0AF3-499F-A305-DDFB8B8CE5EC}" presName="hierChild5" presStyleCnt="0"/>
      <dgm:spPr/>
    </dgm:pt>
    <dgm:pt modelId="{1537FD68-1A6D-498D-8D70-8A286D003EDE}" type="pres">
      <dgm:prSet presAssocID="{F51B3FC2-E17B-4575-B73C-20FE1C4CBF55}" presName="hierChild5" presStyleCnt="0"/>
      <dgm:spPr/>
    </dgm:pt>
    <dgm:pt modelId="{87DBC293-2302-4893-ACA0-7902E9091D82}" type="pres">
      <dgm:prSet presAssocID="{65C30178-CD72-48CB-B6CA-76333EA0C2F7}" presName="hierChild5" presStyleCnt="0"/>
      <dgm:spPr/>
    </dgm:pt>
    <dgm:pt modelId="{BA748C1B-980B-4C19-9180-F4C75B7EB1C8}" type="pres">
      <dgm:prSet presAssocID="{90225213-7128-4C71-975E-D745780448D9}" presName="Name35" presStyleLbl="parChTrans1D3" presStyleIdx="1" presStyleCnt="4"/>
      <dgm:spPr/>
    </dgm:pt>
    <dgm:pt modelId="{1A40A97A-A24F-4C1F-9482-820A7E6F2CC1}" type="pres">
      <dgm:prSet presAssocID="{008FB2C4-619B-4481-861A-0427BC96A30F}" presName="hierRoot2" presStyleCnt="0">
        <dgm:presLayoutVars>
          <dgm:hierBranch val="init"/>
        </dgm:presLayoutVars>
      </dgm:prSet>
      <dgm:spPr/>
    </dgm:pt>
    <dgm:pt modelId="{5FD40FD8-0452-4EAC-BF7E-D775CAA1A10F}" type="pres">
      <dgm:prSet presAssocID="{008FB2C4-619B-4481-861A-0427BC96A30F}" presName="rootComposite" presStyleCnt="0"/>
      <dgm:spPr/>
    </dgm:pt>
    <dgm:pt modelId="{F696060B-563A-46F4-BF00-6871C724D58B}" type="pres">
      <dgm:prSet presAssocID="{008FB2C4-619B-4481-861A-0427BC96A30F}" presName="rootText" presStyleLbl="node3" presStyleIdx="1" presStyleCnt="4">
        <dgm:presLayoutVars>
          <dgm:chPref val="3"/>
        </dgm:presLayoutVars>
      </dgm:prSet>
      <dgm:spPr/>
    </dgm:pt>
    <dgm:pt modelId="{C3704E97-92D8-4E91-88D5-05C7E6F6C6A9}" type="pres">
      <dgm:prSet presAssocID="{008FB2C4-619B-4481-861A-0427BC96A30F}" presName="rootConnector" presStyleLbl="node3" presStyleIdx="1" presStyleCnt="4"/>
      <dgm:spPr/>
    </dgm:pt>
    <dgm:pt modelId="{EB244870-3815-4BB2-B2D8-32A989632BD3}" type="pres">
      <dgm:prSet presAssocID="{008FB2C4-619B-4481-861A-0427BC96A30F}" presName="hierChild4" presStyleCnt="0"/>
      <dgm:spPr/>
    </dgm:pt>
    <dgm:pt modelId="{B73E4DA6-0DDA-4987-821C-1927EA7B5D94}" type="pres">
      <dgm:prSet presAssocID="{421CE0DA-FF3D-4CE4-9CFF-9597EECFE042}" presName="Name37" presStyleLbl="parChTrans1D4" presStyleIdx="2" presStyleCnt="8"/>
      <dgm:spPr/>
    </dgm:pt>
    <dgm:pt modelId="{CB7AAF87-1EC0-4151-A978-B2DF5FBB35D5}" type="pres">
      <dgm:prSet presAssocID="{0A57873F-7DD8-425A-9127-05B745C36A6F}" presName="hierRoot2" presStyleCnt="0">
        <dgm:presLayoutVars>
          <dgm:hierBranch val="init"/>
        </dgm:presLayoutVars>
      </dgm:prSet>
      <dgm:spPr/>
    </dgm:pt>
    <dgm:pt modelId="{F7ABCA26-7AB3-4D3B-8511-509D1EE2539B}" type="pres">
      <dgm:prSet presAssocID="{0A57873F-7DD8-425A-9127-05B745C36A6F}" presName="rootComposite" presStyleCnt="0"/>
      <dgm:spPr/>
    </dgm:pt>
    <dgm:pt modelId="{725D7FEB-8632-41F6-B770-26CFCE5EA470}" type="pres">
      <dgm:prSet presAssocID="{0A57873F-7DD8-425A-9127-05B745C36A6F}" presName="rootText" presStyleLbl="node4" presStyleIdx="2" presStyleCnt="8">
        <dgm:presLayoutVars>
          <dgm:chPref val="3"/>
        </dgm:presLayoutVars>
      </dgm:prSet>
      <dgm:spPr/>
    </dgm:pt>
    <dgm:pt modelId="{F54D6C9C-2B60-4813-B8F2-B25D6DF248C9}" type="pres">
      <dgm:prSet presAssocID="{0A57873F-7DD8-425A-9127-05B745C36A6F}" presName="rootConnector" presStyleLbl="node4" presStyleIdx="2" presStyleCnt="8"/>
      <dgm:spPr/>
    </dgm:pt>
    <dgm:pt modelId="{BE29F407-5470-416F-BAC0-F5ADE6A0E89F}" type="pres">
      <dgm:prSet presAssocID="{0A57873F-7DD8-425A-9127-05B745C36A6F}" presName="hierChild4" presStyleCnt="0"/>
      <dgm:spPr/>
    </dgm:pt>
    <dgm:pt modelId="{CE113E55-3F90-4F70-A410-3B2C07C0CF1A}" type="pres">
      <dgm:prSet presAssocID="{2620550D-88B4-497A-85D8-F24B641C0757}" presName="Name37" presStyleLbl="parChTrans1D4" presStyleIdx="3" presStyleCnt="8"/>
      <dgm:spPr/>
    </dgm:pt>
    <dgm:pt modelId="{0AFA51BD-AE0E-47FF-AF39-2C8D30783D96}" type="pres">
      <dgm:prSet presAssocID="{4CA922A5-2B56-41C8-9C24-B6866A4E3B00}" presName="hierRoot2" presStyleCnt="0">
        <dgm:presLayoutVars>
          <dgm:hierBranch val="init"/>
        </dgm:presLayoutVars>
      </dgm:prSet>
      <dgm:spPr/>
    </dgm:pt>
    <dgm:pt modelId="{3A3BDF5B-D5EC-4C99-8995-109C52B75C89}" type="pres">
      <dgm:prSet presAssocID="{4CA922A5-2B56-41C8-9C24-B6866A4E3B00}" presName="rootComposite" presStyleCnt="0"/>
      <dgm:spPr/>
    </dgm:pt>
    <dgm:pt modelId="{163DD7FD-FAC9-432D-95E5-CB49D7CBFE4E}" type="pres">
      <dgm:prSet presAssocID="{4CA922A5-2B56-41C8-9C24-B6866A4E3B00}" presName="rootText" presStyleLbl="node4" presStyleIdx="3" presStyleCnt="8">
        <dgm:presLayoutVars>
          <dgm:chPref val="3"/>
        </dgm:presLayoutVars>
      </dgm:prSet>
      <dgm:spPr/>
    </dgm:pt>
    <dgm:pt modelId="{B1942E49-5B58-4DD1-96ED-630BCE9C14E6}" type="pres">
      <dgm:prSet presAssocID="{4CA922A5-2B56-41C8-9C24-B6866A4E3B00}" presName="rootConnector" presStyleLbl="node4" presStyleIdx="3" presStyleCnt="8"/>
      <dgm:spPr/>
    </dgm:pt>
    <dgm:pt modelId="{C06FCA33-7C0E-4366-8AA8-35C7109A3FD5}" type="pres">
      <dgm:prSet presAssocID="{4CA922A5-2B56-41C8-9C24-B6866A4E3B00}" presName="hierChild4" presStyleCnt="0"/>
      <dgm:spPr/>
    </dgm:pt>
    <dgm:pt modelId="{1ABC0706-1458-4E3D-99ED-88ABA881D231}" type="pres">
      <dgm:prSet presAssocID="{E57FA099-58DB-4C78-9D50-1E804330E0DC}" presName="Name37" presStyleLbl="parChTrans1D4" presStyleIdx="4" presStyleCnt="8"/>
      <dgm:spPr/>
    </dgm:pt>
    <dgm:pt modelId="{C6ED987E-944A-49DB-99AC-FA35F2C9425D}" type="pres">
      <dgm:prSet presAssocID="{C877177C-EFCE-47DA-90CB-A40D32CF7B81}" presName="hierRoot2" presStyleCnt="0">
        <dgm:presLayoutVars>
          <dgm:hierBranch/>
        </dgm:presLayoutVars>
      </dgm:prSet>
      <dgm:spPr/>
    </dgm:pt>
    <dgm:pt modelId="{D84BFEED-D035-46DD-BA33-D430E264CD69}" type="pres">
      <dgm:prSet presAssocID="{C877177C-EFCE-47DA-90CB-A40D32CF7B81}" presName="rootComposite" presStyleCnt="0"/>
      <dgm:spPr/>
    </dgm:pt>
    <dgm:pt modelId="{098FFD2A-30E0-4F70-ACD2-0278D12266D2}" type="pres">
      <dgm:prSet presAssocID="{C877177C-EFCE-47DA-90CB-A40D32CF7B81}" presName="rootText" presStyleLbl="node4" presStyleIdx="4" presStyleCnt="8" custScaleX="124959">
        <dgm:presLayoutVars>
          <dgm:chPref val="3"/>
        </dgm:presLayoutVars>
      </dgm:prSet>
      <dgm:spPr/>
    </dgm:pt>
    <dgm:pt modelId="{F1AEC9F3-E5DC-4209-8326-3E876E96E95D}" type="pres">
      <dgm:prSet presAssocID="{C877177C-EFCE-47DA-90CB-A40D32CF7B81}" presName="rootConnector" presStyleLbl="node4" presStyleIdx="4" presStyleCnt="8"/>
      <dgm:spPr/>
    </dgm:pt>
    <dgm:pt modelId="{BE8168F0-38C1-41FD-A4C6-61E177F62C0A}" type="pres">
      <dgm:prSet presAssocID="{C877177C-EFCE-47DA-90CB-A40D32CF7B81}" presName="hierChild4" presStyleCnt="0"/>
      <dgm:spPr/>
    </dgm:pt>
    <dgm:pt modelId="{48ED6354-1E90-4D16-A2D3-25FA35D1BBEF}" type="pres">
      <dgm:prSet presAssocID="{9A97457D-D0F7-4D61-8443-3C0A58162E08}" presName="Name35" presStyleLbl="parChTrans1D4" presStyleIdx="5" presStyleCnt="8"/>
      <dgm:spPr/>
    </dgm:pt>
    <dgm:pt modelId="{3FA45877-A4A4-4045-9177-EF744D08D4D6}" type="pres">
      <dgm:prSet presAssocID="{86A0E276-ADC2-4849-98B6-34FA1064BD7F}" presName="hierRoot2" presStyleCnt="0">
        <dgm:presLayoutVars>
          <dgm:hierBranch val="init"/>
        </dgm:presLayoutVars>
      </dgm:prSet>
      <dgm:spPr/>
    </dgm:pt>
    <dgm:pt modelId="{153F937B-CE64-4EEC-946B-E246EF7CABDD}" type="pres">
      <dgm:prSet presAssocID="{86A0E276-ADC2-4849-98B6-34FA1064BD7F}" presName="rootComposite" presStyleCnt="0"/>
      <dgm:spPr/>
    </dgm:pt>
    <dgm:pt modelId="{CBED3051-37EC-4831-8D63-1B76D5FD23A4}" type="pres">
      <dgm:prSet presAssocID="{86A0E276-ADC2-4849-98B6-34FA1064BD7F}" presName="rootText" presStyleLbl="node4" presStyleIdx="5" presStyleCnt="8">
        <dgm:presLayoutVars>
          <dgm:chPref val="3"/>
        </dgm:presLayoutVars>
      </dgm:prSet>
      <dgm:spPr/>
    </dgm:pt>
    <dgm:pt modelId="{4D6B5042-4E7C-4D67-9295-599E8C9DFE32}" type="pres">
      <dgm:prSet presAssocID="{86A0E276-ADC2-4849-98B6-34FA1064BD7F}" presName="rootConnector" presStyleLbl="node4" presStyleIdx="5" presStyleCnt="8"/>
      <dgm:spPr/>
    </dgm:pt>
    <dgm:pt modelId="{BA1DC5C2-74A8-4FEA-BD8F-2F66CFFA5336}" type="pres">
      <dgm:prSet presAssocID="{86A0E276-ADC2-4849-98B6-34FA1064BD7F}" presName="hierChild4" presStyleCnt="0"/>
      <dgm:spPr/>
    </dgm:pt>
    <dgm:pt modelId="{177419B8-246B-428E-BE5A-F805E73875C3}" type="pres">
      <dgm:prSet presAssocID="{86A0E276-ADC2-4849-98B6-34FA1064BD7F}" presName="hierChild5" presStyleCnt="0"/>
      <dgm:spPr/>
    </dgm:pt>
    <dgm:pt modelId="{CE88E957-B835-476B-8E97-2E7C728F6E98}" type="pres">
      <dgm:prSet presAssocID="{C877177C-EFCE-47DA-90CB-A40D32CF7B81}" presName="hierChild5" presStyleCnt="0"/>
      <dgm:spPr/>
    </dgm:pt>
    <dgm:pt modelId="{7686605A-0AAC-42F7-9C12-58016E8A3C69}" type="pres">
      <dgm:prSet presAssocID="{4CA922A5-2B56-41C8-9C24-B6866A4E3B00}" presName="hierChild5" presStyleCnt="0"/>
      <dgm:spPr/>
    </dgm:pt>
    <dgm:pt modelId="{82A0FF90-D352-44E8-972B-F5CE704396FA}" type="pres">
      <dgm:prSet presAssocID="{0A57873F-7DD8-425A-9127-05B745C36A6F}" presName="hierChild5" presStyleCnt="0"/>
      <dgm:spPr/>
    </dgm:pt>
    <dgm:pt modelId="{B467A83B-118A-4F91-A056-9CCEBD605EF3}" type="pres">
      <dgm:prSet presAssocID="{008FB2C4-619B-4481-861A-0427BC96A30F}" presName="hierChild5" presStyleCnt="0"/>
      <dgm:spPr/>
    </dgm:pt>
    <dgm:pt modelId="{2D4F8760-BB38-4608-A488-DDDAF70360FE}" type="pres">
      <dgm:prSet presAssocID="{17BD22CE-FF59-4B56-8A6A-3217BF91F2C7}" presName="Name35" presStyleLbl="parChTrans1D3" presStyleIdx="2" presStyleCnt="4"/>
      <dgm:spPr/>
    </dgm:pt>
    <dgm:pt modelId="{45B1BF5B-5B92-4518-A07C-3155921BC09F}" type="pres">
      <dgm:prSet presAssocID="{DDBA4CC9-342C-431B-B258-52AD8A6CE6E0}" presName="hierRoot2" presStyleCnt="0">
        <dgm:presLayoutVars>
          <dgm:hierBranch/>
        </dgm:presLayoutVars>
      </dgm:prSet>
      <dgm:spPr/>
    </dgm:pt>
    <dgm:pt modelId="{2DC3900D-DF22-4346-8CCF-28ABD1A7ACB9}" type="pres">
      <dgm:prSet presAssocID="{DDBA4CC9-342C-431B-B258-52AD8A6CE6E0}" presName="rootComposite" presStyleCnt="0"/>
      <dgm:spPr/>
    </dgm:pt>
    <dgm:pt modelId="{FF313E01-017C-4A3D-A7F9-B7180B010683}" type="pres">
      <dgm:prSet presAssocID="{DDBA4CC9-342C-431B-B258-52AD8A6CE6E0}" presName="rootText" presStyleLbl="node3" presStyleIdx="2" presStyleCnt="4">
        <dgm:presLayoutVars>
          <dgm:chPref val="3"/>
        </dgm:presLayoutVars>
      </dgm:prSet>
      <dgm:spPr/>
    </dgm:pt>
    <dgm:pt modelId="{2F77BBDC-5AA3-440C-BC4E-8275C108F28D}" type="pres">
      <dgm:prSet presAssocID="{DDBA4CC9-342C-431B-B258-52AD8A6CE6E0}" presName="rootConnector" presStyleLbl="node3" presStyleIdx="2" presStyleCnt="4"/>
      <dgm:spPr/>
    </dgm:pt>
    <dgm:pt modelId="{194CE0BA-1FEA-4C65-9442-EB0C3C7705CE}" type="pres">
      <dgm:prSet presAssocID="{DDBA4CC9-342C-431B-B258-52AD8A6CE6E0}" presName="hierChild4" presStyleCnt="0"/>
      <dgm:spPr/>
    </dgm:pt>
    <dgm:pt modelId="{71B63425-7390-4DAD-B655-CFEDDA06D56A}" type="pres">
      <dgm:prSet presAssocID="{F36FF80B-9DBE-41ED-873B-F04A2E399FEA}" presName="Name35" presStyleLbl="parChTrans1D4" presStyleIdx="6" presStyleCnt="8"/>
      <dgm:spPr/>
    </dgm:pt>
    <dgm:pt modelId="{B8090297-A561-4B09-8462-8DC2A2F20AEF}" type="pres">
      <dgm:prSet presAssocID="{B84C4C85-A6E3-4B9F-89D7-4A9213C04121}" presName="hierRoot2" presStyleCnt="0">
        <dgm:presLayoutVars>
          <dgm:hierBranch/>
        </dgm:presLayoutVars>
      </dgm:prSet>
      <dgm:spPr/>
    </dgm:pt>
    <dgm:pt modelId="{4FB9C91A-E258-4796-AA15-D65D03DC03F4}" type="pres">
      <dgm:prSet presAssocID="{B84C4C85-A6E3-4B9F-89D7-4A9213C04121}" presName="rootComposite" presStyleCnt="0"/>
      <dgm:spPr/>
    </dgm:pt>
    <dgm:pt modelId="{30818463-1913-43CC-A357-D72629595CC7}" type="pres">
      <dgm:prSet presAssocID="{B84C4C85-A6E3-4B9F-89D7-4A9213C04121}" presName="rootText" presStyleLbl="node4" presStyleIdx="6" presStyleCnt="8">
        <dgm:presLayoutVars>
          <dgm:chPref val="3"/>
        </dgm:presLayoutVars>
      </dgm:prSet>
      <dgm:spPr/>
    </dgm:pt>
    <dgm:pt modelId="{289E608A-4AA7-4807-88A1-6CA5E692558A}" type="pres">
      <dgm:prSet presAssocID="{B84C4C85-A6E3-4B9F-89D7-4A9213C04121}" presName="rootConnector" presStyleLbl="node4" presStyleIdx="6" presStyleCnt="8"/>
      <dgm:spPr/>
    </dgm:pt>
    <dgm:pt modelId="{C5C5E8E6-42A1-4D88-BD78-7C0EEE56716C}" type="pres">
      <dgm:prSet presAssocID="{B84C4C85-A6E3-4B9F-89D7-4A9213C04121}" presName="hierChild4" presStyleCnt="0"/>
      <dgm:spPr/>
    </dgm:pt>
    <dgm:pt modelId="{B5583D1C-2BD1-4365-A697-93DE6FD77AA4}" type="pres">
      <dgm:prSet presAssocID="{B84C4C85-A6E3-4B9F-89D7-4A9213C04121}" presName="hierChild5" presStyleCnt="0"/>
      <dgm:spPr/>
    </dgm:pt>
    <dgm:pt modelId="{D175C177-C0E2-4C10-9210-37FC6AF7E8D0}" type="pres">
      <dgm:prSet presAssocID="{DDBA4CC9-342C-431B-B258-52AD8A6CE6E0}" presName="hierChild5" presStyleCnt="0"/>
      <dgm:spPr/>
    </dgm:pt>
    <dgm:pt modelId="{84C75A84-198A-4B2D-B012-04DDE43BE8B5}" type="pres">
      <dgm:prSet presAssocID="{76B35F3C-3E89-45D3-A712-7871D0C48619}" presName="hierChild5" presStyleCnt="0"/>
      <dgm:spPr/>
    </dgm:pt>
    <dgm:pt modelId="{5285C9F0-788F-4FE4-8F8A-07BFE651A144}" type="pres">
      <dgm:prSet presAssocID="{8FC7B17B-6EED-4FAD-BF3A-28F57BB657A8}" presName="Name37" presStyleLbl="parChTrans1D2" presStyleIdx="1" presStyleCnt="2"/>
      <dgm:spPr/>
    </dgm:pt>
    <dgm:pt modelId="{7B70F40A-91CE-402B-8B0F-CC8F34ED03E4}" type="pres">
      <dgm:prSet presAssocID="{CE3E7B9E-69DC-45F4-99D3-64D270354D95}" presName="hierRoot2" presStyleCnt="0">
        <dgm:presLayoutVars>
          <dgm:hierBranch/>
        </dgm:presLayoutVars>
      </dgm:prSet>
      <dgm:spPr/>
    </dgm:pt>
    <dgm:pt modelId="{11E0DD70-AB0F-4812-BBCA-5974C097AD0A}" type="pres">
      <dgm:prSet presAssocID="{CE3E7B9E-69DC-45F4-99D3-64D270354D95}" presName="rootComposite" presStyleCnt="0"/>
      <dgm:spPr/>
    </dgm:pt>
    <dgm:pt modelId="{4D8AD786-48DE-43CB-93C7-FD50F36256C4}" type="pres">
      <dgm:prSet presAssocID="{CE3E7B9E-69DC-45F4-99D3-64D270354D95}" presName="rootText" presStyleLbl="node2" presStyleIdx="1" presStyleCnt="2" custScaleY="128629">
        <dgm:presLayoutVars>
          <dgm:chPref val="3"/>
        </dgm:presLayoutVars>
      </dgm:prSet>
      <dgm:spPr/>
    </dgm:pt>
    <dgm:pt modelId="{AC1CCE5B-7046-45EB-AF89-F32185C5C307}" type="pres">
      <dgm:prSet presAssocID="{CE3E7B9E-69DC-45F4-99D3-64D270354D95}" presName="rootConnector" presStyleLbl="node2" presStyleIdx="1" presStyleCnt="2"/>
      <dgm:spPr/>
    </dgm:pt>
    <dgm:pt modelId="{DA7612D4-E94C-4297-81D2-15E120C75C32}" type="pres">
      <dgm:prSet presAssocID="{CE3E7B9E-69DC-45F4-99D3-64D270354D95}" presName="hierChild4" presStyleCnt="0"/>
      <dgm:spPr/>
    </dgm:pt>
    <dgm:pt modelId="{AA69D7AD-F72F-4218-99F6-C5408F6CAE19}" type="pres">
      <dgm:prSet presAssocID="{1D74282D-C431-49CE-9E58-F52AA43AC0CA}" presName="Name35" presStyleLbl="parChTrans1D3" presStyleIdx="3" presStyleCnt="4"/>
      <dgm:spPr/>
    </dgm:pt>
    <dgm:pt modelId="{B7CA9F99-CDF1-4286-A969-1BE7BB68459E}" type="pres">
      <dgm:prSet presAssocID="{9DEF8EB1-13C9-4C86-B698-72C2EE1BCA62}" presName="hierRoot2" presStyleCnt="0">
        <dgm:presLayoutVars>
          <dgm:hierBranch/>
        </dgm:presLayoutVars>
      </dgm:prSet>
      <dgm:spPr/>
    </dgm:pt>
    <dgm:pt modelId="{F208D0C2-F5A4-438D-A70C-55BC989E99F3}" type="pres">
      <dgm:prSet presAssocID="{9DEF8EB1-13C9-4C86-B698-72C2EE1BCA62}" presName="rootComposite" presStyleCnt="0"/>
      <dgm:spPr/>
    </dgm:pt>
    <dgm:pt modelId="{873D4F2A-F653-4056-A397-D778357C3F7F}" type="pres">
      <dgm:prSet presAssocID="{9DEF8EB1-13C9-4C86-B698-72C2EE1BCA62}" presName="rootText" presStyleLbl="node3" presStyleIdx="3" presStyleCnt="4">
        <dgm:presLayoutVars>
          <dgm:chPref val="3"/>
        </dgm:presLayoutVars>
      </dgm:prSet>
      <dgm:spPr/>
    </dgm:pt>
    <dgm:pt modelId="{3DD442F2-DBD5-4207-92A5-0A4EFB7EAF6B}" type="pres">
      <dgm:prSet presAssocID="{9DEF8EB1-13C9-4C86-B698-72C2EE1BCA62}" presName="rootConnector" presStyleLbl="node3" presStyleIdx="3" presStyleCnt="4"/>
      <dgm:spPr/>
    </dgm:pt>
    <dgm:pt modelId="{0C06E32C-DCDD-452D-A9C5-34171E8B9AB3}" type="pres">
      <dgm:prSet presAssocID="{9DEF8EB1-13C9-4C86-B698-72C2EE1BCA62}" presName="hierChild4" presStyleCnt="0"/>
      <dgm:spPr/>
    </dgm:pt>
    <dgm:pt modelId="{563A4D93-0CFD-424D-95E1-089442EF14EA}" type="pres">
      <dgm:prSet presAssocID="{D1A3CB1C-7861-43CF-BC31-08BE0B9E54DC}" presName="Name35" presStyleLbl="parChTrans1D4" presStyleIdx="7" presStyleCnt="8"/>
      <dgm:spPr/>
    </dgm:pt>
    <dgm:pt modelId="{E68A1A6B-7075-4E4A-B2B6-E49A120A2D55}" type="pres">
      <dgm:prSet presAssocID="{9014CD6E-784A-49A0-853E-F3D8B41BE017}" presName="hierRoot2" presStyleCnt="0">
        <dgm:presLayoutVars>
          <dgm:hierBranch val="init"/>
        </dgm:presLayoutVars>
      </dgm:prSet>
      <dgm:spPr/>
    </dgm:pt>
    <dgm:pt modelId="{4D3F2573-8783-48A0-A4EB-CCA07F326B73}" type="pres">
      <dgm:prSet presAssocID="{9014CD6E-784A-49A0-853E-F3D8B41BE017}" presName="rootComposite" presStyleCnt="0"/>
      <dgm:spPr/>
    </dgm:pt>
    <dgm:pt modelId="{739021E2-6B2B-4223-9ACC-A91A6E202EAA}" type="pres">
      <dgm:prSet presAssocID="{9014CD6E-784A-49A0-853E-F3D8B41BE017}" presName="rootText" presStyleLbl="node4" presStyleIdx="7" presStyleCnt="8">
        <dgm:presLayoutVars>
          <dgm:chPref val="3"/>
        </dgm:presLayoutVars>
      </dgm:prSet>
      <dgm:spPr/>
    </dgm:pt>
    <dgm:pt modelId="{4E1DBF8C-6005-4B8F-92C6-7537BA232AD4}" type="pres">
      <dgm:prSet presAssocID="{9014CD6E-784A-49A0-853E-F3D8B41BE017}" presName="rootConnector" presStyleLbl="node4" presStyleIdx="7" presStyleCnt="8"/>
      <dgm:spPr/>
    </dgm:pt>
    <dgm:pt modelId="{BE68BFAF-0622-4DAD-9BFE-E0BD7203C7CA}" type="pres">
      <dgm:prSet presAssocID="{9014CD6E-784A-49A0-853E-F3D8B41BE017}" presName="hierChild4" presStyleCnt="0"/>
      <dgm:spPr/>
    </dgm:pt>
    <dgm:pt modelId="{410FADA7-5CCA-4A1F-AD57-3A8FF43153B0}" type="pres">
      <dgm:prSet presAssocID="{9014CD6E-784A-49A0-853E-F3D8B41BE017}" presName="hierChild5" presStyleCnt="0"/>
      <dgm:spPr/>
    </dgm:pt>
    <dgm:pt modelId="{7412CD40-2C8D-4167-B821-2EC5AED5D994}" type="pres">
      <dgm:prSet presAssocID="{9DEF8EB1-13C9-4C86-B698-72C2EE1BCA62}" presName="hierChild5" presStyleCnt="0"/>
      <dgm:spPr/>
    </dgm:pt>
    <dgm:pt modelId="{F300776A-C1D0-4980-9598-FF9A483F8183}" type="pres">
      <dgm:prSet presAssocID="{CE3E7B9E-69DC-45F4-99D3-64D270354D95}" presName="hierChild5" presStyleCnt="0"/>
      <dgm:spPr/>
    </dgm:pt>
    <dgm:pt modelId="{45D25814-E3A6-40BE-8621-3EF24DF43E5B}" type="pres">
      <dgm:prSet presAssocID="{5D0ED5FE-7E95-4250-8677-9EC1950AE8A1}" presName="hierChild3" presStyleCnt="0"/>
      <dgm:spPr/>
    </dgm:pt>
  </dgm:ptLst>
  <dgm:cxnLst>
    <dgm:cxn modelId="{306E1505-25CC-4621-9CEB-8E9A836B6A96}" srcId="{41474AFD-4E2B-40B3-AC8A-80EB1544836F}" destId="{5D0ED5FE-7E95-4250-8677-9EC1950AE8A1}" srcOrd="0" destOrd="0" parTransId="{6CF3C4E9-FDC6-4F46-B5E3-8EA57AA9FAAE}" sibTransId="{3FD7FD21-4532-4C79-8465-1FA3FBCB81ED}"/>
    <dgm:cxn modelId="{00B15D09-6AAC-4755-85BC-4E5F09F087AE}" srcId="{5D0ED5FE-7E95-4250-8677-9EC1950AE8A1}" destId="{76B35F3C-3E89-45D3-A712-7871D0C48619}" srcOrd="0" destOrd="0" parTransId="{BDA7F1B3-82F8-4C6E-8BCB-9B9A721AE341}" sibTransId="{0B5BAB1D-771E-4306-A56D-A92A21A28F23}"/>
    <dgm:cxn modelId="{5125290B-3F8E-4CE8-B8FB-7B09C830D932}" type="presOf" srcId="{624D0C9F-2717-4EE5-A196-C8209F059883}" destId="{93292C31-F646-498B-A8F5-5E2E6F492F55}" srcOrd="0" destOrd="0" presId="urn:microsoft.com/office/officeart/2005/8/layout/orgChart1"/>
    <dgm:cxn modelId="{5808B00B-4920-41B9-BBF4-F19E5F103B70}" type="presOf" srcId="{86A0E276-ADC2-4849-98B6-34FA1064BD7F}" destId="{4D6B5042-4E7C-4D67-9295-599E8C9DFE32}" srcOrd="1" destOrd="0" presId="urn:microsoft.com/office/officeart/2005/8/layout/orgChart1"/>
    <dgm:cxn modelId="{C1F47B10-2919-40F5-8DFA-0C20FE3A9C84}" srcId="{76B35F3C-3E89-45D3-A712-7871D0C48619}" destId="{DDBA4CC9-342C-431B-B258-52AD8A6CE6E0}" srcOrd="2" destOrd="0" parTransId="{17BD22CE-FF59-4B56-8A6A-3217BF91F2C7}" sibTransId="{3D25F7C2-1703-4806-9559-71CF90A834EC}"/>
    <dgm:cxn modelId="{66680D1C-0D65-45D9-97E3-7403D515CD88}" type="presOf" srcId="{BDA7F1B3-82F8-4C6E-8BCB-9B9A721AE341}" destId="{5A256C76-518B-45F9-9EA0-3F02778912FA}" srcOrd="0" destOrd="0" presId="urn:microsoft.com/office/officeart/2005/8/layout/orgChart1"/>
    <dgm:cxn modelId="{6E9B181D-028A-4482-883A-6C888244A9DE}" type="presOf" srcId="{76B35F3C-3E89-45D3-A712-7871D0C48619}" destId="{26AC3CC7-DD1F-4343-8043-9D2EF37EEB56}" srcOrd="1" destOrd="0" presId="urn:microsoft.com/office/officeart/2005/8/layout/orgChart1"/>
    <dgm:cxn modelId="{FE383521-3D99-4798-8BB2-742D9C8D6831}" type="presOf" srcId="{435CE7CF-BE59-4505-A0E7-0EBC8BBA1214}" destId="{202EA80A-FB25-4788-8B3F-FD6EFBA51904}" srcOrd="0" destOrd="0" presId="urn:microsoft.com/office/officeart/2005/8/layout/orgChart1"/>
    <dgm:cxn modelId="{B507A422-5D6A-49A3-BB5C-0D7A0C2162ED}" type="presOf" srcId="{3E390511-0AF3-499F-A305-DDFB8B8CE5EC}" destId="{04E59E5A-2EB9-4330-BB8D-E964E321D56D}" srcOrd="0" destOrd="0" presId="urn:microsoft.com/office/officeart/2005/8/layout/orgChart1"/>
    <dgm:cxn modelId="{86287823-5ECF-4779-938F-D1901BE02469}" type="presOf" srcId="{9DEF8EB1-13C9-4C86-B698-72C2EE1BCA62}" destId="{873D4F2A-F653-4056-A397-D778357C3F7F}" srcOrd="0" destOrd="0" presId="urn:microsoft.com/office/officeart/2005/8/layout/orgChart1"/>
    <dgm:cxn modelId="{E36FE223-2FA6-4602-B70F-FD9E0775701E}" srcId="{C877177C-EFCE-47DA-90CB-A40D32CF7B81}" destId="{86A0E276-ADC2-4849-98B6-34FA1064BD7F}" srcOrd="0" destOrd="0" parTransId="{9A97457D-D0F7-4D61-8443-3C0A58162E08}" sibTransId="{D331FE04-D158-49E3-A1F7-4BEE0A94D2C7}"/>
    <dgm:cxn modelId="{DC072D25-74DA-4F16-A322-67EC4F787E40}" type="presOf" srcId="{9014CD6E-784A-49A0-853E-F3D8B41BE017}" destId="{4E1DBF8C-6005-4B8F-92C6-7537BA232AD4}" srcOrd="1" destOrd="0" presId="urn:microsoft.com/office/officeart/2005/8/layout/orgChart1"/>
    <dgm:cxn modelId="{47786D29-1488-464D-9D0B-9148DC7D52C8}" type="presOf" srcId="{008FB2C4-619B-4481-861A-0427BC96A30F}" destId="{F696060B-563A-46F4-BF00-6871C724D58B}" srcOrd="0" destOrd="0" presId="urn:microsoft.com/office/officeart/2005/8/layout/orgChart1"/>
    <dgm:cxn modelId="{714C8431-DB97-4D2C-B058-259D7DF857E7}" type="presOf" srcId="{B84C4C85-A6E3-4B9F-89D7-4A9213C04121}" destId="{289E608A-4AA7-4807-88A1-6CA5E692558A}" srcOrd="1" destOrd="0" presId="urn:microsoft.com/office/officeart/2005/8/layout/orgChart1"/>
    <dgm:cxn modelId="{F3643D38-7031-48DF-AE64-CE6CF766C3E1}" srcId="{0A57873F-7DD8-425A-9127-05B745C36A6F}" destId="{4CA922A5-2B56-41C8-9C24-B6866A4E3B00}" srcOrd="0" destOrd="0" parTransId="{2620550D-88B4-497A-85D8-F24B641C0757}" sibTransId="{5BE80447-0D86-4923-B666-46AF0BDF3F40}"/>
    <dgm:cxn modelId="{DB26685C-2B8C-4930-AE75-DA7FA36B7249}" type="presOf" srcId="{65C30178-CD72-48CB-B6CA-76333EA0C2F7}" destId="{B73AC966-C090-4090-9F26-24932961D828}" srcOrd="1" destOrd="0" presId="urn:microsoft.com/office/officeart/2005/8/layout/orgChart1"/>
    <dgm:cxn modelId="{51D2285E-6CF9-491B-8C8C-C3DFCA4CEFB1}" type="presOf" srcId="{2620550D-88B4-497A-85D8-F24B641C0757}" destId="{CE113E55-3F90-4F70-A410-3B2C07C0CF1A}" srcOrd="0" destOrd="0" presId="urn:microsoft.com/office/officeart/2005/8/layout/orgChart1"/>
    <dgm:cxn modelId="{FF0A6D63-A5D8-470F-8759-EC6148F43D28}" type="presOf" srcId="{0A57873F-7DD8-425A-9127-05B745C36A6F}" destId="{725D7FEB-8632-41F6-B770-26CFCE5EA470}" srcOrd="0" destOrd="0" presId="urn:microsoft.com/office/officeart/2005/8/layout/orgChart1"/>
    <dgm:cxn modelId="{9441AC43-1BA0-453D-A602-2DA2340E87C4}" type="presOf" srcId="{17BD22CE-FF59-4B56-8A6A-3217BF91F2C7}" destId="{2D4F8760-BB38-4608-A488-DDDAF70360FE}" srcOrd="0" destOrd="0" presId="urn:microsoft.com/office/officeart/2005/8/layout/orgChart1"/>
    <dgm:cxn modelId="{CC392A66-76E7-40F3-9EC7-7D82FDF6FD8C}" type="presOf" srcId="{CE3E7B9E-69DC-45F4-99D3-64D270354D95}" destId="{4D8AD786-48DE-43CB-93C7-FD50F36256C4}" srcOrd="0" destOrd="0" presId="urn:microsoft.com/office/officeart/2005/8/layout/orgChart1"/>
    <dgm:cxn modelId="{0A35A947-C60B-4C5E-92FE-AD085983E69C}" type="presOf" srcId="{8FC7B17B-6EED-4FAD-BF3A-28F57BB657A8}" destId="{5285C9F0-788F-4FE4-8F8A-07BFE651A144}" srcOrd="0" destOrd="0" presId="urn:microsoft.com/office/officeart/2005/8/layout/orgChart1"/>
    <dgm:cxn modelId="{0404304D-97AE-4E10-A328-CB40560431EE}" type="presOf" srcId="{9DEF8EB1-13C9-4C86-B698-72C2EE1BCA62}" destId="{3DD442F2-DBD5-4207-92A5-0A4EFB7EAF6B}" srcOrd="1" destOrd="0" presId="urn:microsoft.com/office/officeart/2005/8/layout/orgChart1"/>
    <dgm:cxn modelId="{051F6B4D-107F-4025-AFC8-4F01DB9CD78D}" type="presOf" srcId="{65C30178-CD72-48CB-B6CA-76333EA0C2F7}" destId="{E15F2E3C-3E72-4BC2-BA53-716CDAFD0D01}" srcOrd="0" destOrd="0" presId="urn:microsoft.com/office/officeart/2005/8/layout/orgChart1"/>
    <dgm:cxn modelId="{9F5DF26F-B11D-41FB-A4AD-0ED004205A19}" type="presOf" srcId="{CE3E7B9E-69DC-45F4-99D3-64D270354D95}" destId="{AC1CCE5B-7046-45EB-AF89-F32185C5C307}" srcOrd="1" destOrd="0" presId="urn:microsoft.com/office/officeart/2005/8/layout/orgChart1"/>
    <dgm:cxn modelId="{ECCAFB53-2532-4266-A5F0-F7D49A1BFB09}" type="presOf" srcId="{DDBA4CC9-342C-431B-B258-52AD8A6CE6E0}" destId="{FF313E01-017C-4A3D-A7F9-B7180B010683}" srcOrd="0" destOrd="0" presId="urn:microsoft.com/office/officeart/2005/8/layout/orgChart1"/>
    <dgm:cxn modelId="{D21A6356-2AB2-4719-B4D8-D7C013DB4D89}" srcId="{008FB2C4-619B-4481-861A-0427BC96A30F}" destId="{0A57873F-7DD8-425A-9127-05B745C36A6F}" srcOrd="0" destOrd="0" parTransId="{421CE0DA-FF3D-4CE4-9CFF-9597EECFE042}" sibTransId="{6114CCF1-1A69-4F9E-BC04-D2FD37F8944F}"/>
    <dgm:cxn modelId="{2F102D77-4385-4214-A44C-6CF219476319}" type="presOf" srcId="{421CE0DA-FF3D-4CE4-9CFF-9597EECFE042}" destId="{B73E4DA6-0DDA-4987-821C-1927EA7B5D94}" srcOrd="0" destOrd="0" presId="urn:microsoft.com/office/officeart/2005/8/layout/orgChart1"/>
    <dgm:cxn modelId="{9417F357-A06C-4106-BB5C-AF4CF3A17AD9}" type="presOf" srcId="{008FB2C4-619B-4481-861A-0427BC96A30F}" destId="{C3704E97-92D8-4E91-88D5-05C7E6F6C6A9}" srcOrd="1" destOrd="0" presId="urn:microsoft.com/office/officeart/2005/8/layout/orgChart1"/>
    <dgm:cxn modelId="{1D1B3758-214B-440C-96A8-8245C6614BF5}" srcId="{5D0ED5FE-7E95-4250-8677-9EC1950AE8A1}" destId="{CE3E7B9E-69DC-45F4-99D3-64D270354D95}" srcOrd="1" destOrd="0" parTransId="{8FC7B17B-6EED-4FAD-BF3A-28F57BB657A8}" sibTransId="{64927759-DCCA-4EEE-932C-27A59663BDC0}"/>
    <dgm:cxn modelId="{FB4E4358-027A-40EC-99EB-35824D7899AE}" type="presOf" srcId="{90225213-7128-4C71-975E-D745780448D9}" destId="{BA748C1B-980B-4C19-9180-F4C75B7EB1C8}" srcOrd="0" destOrd="0" presId="urn:microsoft.com/office/officeart/2005/8/layout/orgChart1"/>
    <dgm:cxn modelId="{8E4F5578-BD40-404C-BFB7-FAB710040057}" type="presOf" srcId="{545CB35A-7066-45D2-9BFD-08CBA9F45D72}" destId="{B7AC44D2-1590-4FFB-A25C-04E1BEA039E1}" srcOrd="0" destOrd="0" presId="urn:microsoft.com/office/officeart/2005/8/layout/orgChart1"/>
    <dgm:cxn modelId="{6CC0727B-68BC-4364-81F9-CB805FE01D4B}" type="presOf" srcId="{F51B3FC2-E17B-4575-B73C-20FE1C4CBF55}" destId="{CB4B23C8-4211-4E0E-A2B3-9377CFE5193C}" srcOrd="1" destOrd="0" presId="urn:microsoft.com/office/officeart/2005/8/layout/orgChart1"/>
    <dgm:cxn modelId="{B24BCD7B-F4AE-4C71-879E-06157F709A87}" srcId="{F51B3FC2-E17B-4575-B73C-20FE1C4CBF55}" destId="{3E390511-0AF3-499F-A305-DDFB8B8CE5EC}" srcOrd="0" destOrd="0" parTransId="{435CE7CF-BE59-4505-A0E7-0EBC8BBA1214}" sibTransId="{C021F919-2F6E-4E76-9E8D-0848A425304A}"/>
    <dgm:cxn modelId="{6891407D-5F52-4799-A964-D7960DA698C4}" type="presOf" srcId="{C877177C-EFCE-47DA-90CB-A40D32CF7B81}" destId="{F1AEC9F3-E5DC-4209-8326-3E876E96E95D}" srcOrd="1" destOrd="0" presId="urn:microsoft.com/office/officeart/2005/8/layout/orgChart1"/>
    <dgm:cxn modelId="{7C92F481-F160-4FDA-B50E-28E7A230079E}" type="presOf" srcId="{5D0ED5FE-7E95-4250-8677-9EC1950AE8A1}" destId="{9EFBAD96-9A2F-49A5-9E11-7BBBF856557D}" srcOrd="0" destOrd="0" presId="urn:microsoft.com/office/officeart/2005/8/layout/orgChart1"/>
    <dgm:cxn modelId="{F4AEBC82-8F94-4E60-919F-5BD07E00D765}" type="presOf" srcId="{D1A3CB1C-7861-43CF-BC31-08BE0B9E54DC}" destId="{563A4D93-0CFD-424D-95E1-089442EF14EA}" srcOrd="0" destOrd="0" presId="urn:microsoft.com/office/officeart/2005/8/layout/orgChart1"/>
    <dgm:cxn modelId="{C24FA883-CCA7-4DCC-AADF-FA60D93E6176}" type="presOf" srcId="{41474AFD-4E2B-40B3-AC8A-80EB1544836F}" destId="{CDBC6E98-F188-496C-A848-1E799ED79DE2}" srcOrd="0" destOrd="0" presId="urn:microsoft.com/office/officeart/2005/8/layout/orgChart1"/>
    <dgm:cxn modelId="{41F4D388-6879-402D-AAAE-13114CCE4978}" type="presOf" srcId="{1D74282D-C431-49CE-9E58-F52AA43AC0CA}" destId="{AA69D7AD-F72F-4218-99F6-C5408F6CAE19}" srcOrd="0" destOrd="0" presId="urn:microsoft.com/office/officeart/2005/8/layout/orgChart1"/>
    <dgm:cxn modelId="{9A2B9289-3BD7-4FD6-8657-96086D14653A}" type="presOf" srcId="{76B35F3C-3E89-45D3-A712-7871D0C48619}" destId="{8FE6C161-384A-49C2-8E05-D34E4A719C3D}" srcOrd="0" destOrd="0" presId="urn:microsoft.com/office/officeart/2005/8/layout/orgChart1"/>
    <dgm:cxn modelId="{F475AF90-AC68-4261-A120-D304B8B41C7D}" type="presOf" srcId="{C877177C-EFCE-47DA-90CB-A40D32CF7B81}" destId="{098FFD2A-30E0-4F70-ACD2-0278D12266D2}" srcOrd="0" destOrd="0" presId="urn:microsoft.com/office/officeart/2005/8/layout/orgChart1"/>
    <dgm:cxn modelId="{F2078196-53D1-4FB0-91EC-C96FB48A3543}" type="presOf" srcId="{F51B3FC2-E17B-4575-B73C-20FE1C4CBF55}" destId="{A1D011E8-F0EE-4668-8F0B-5D8D5A2498A1}" srcOrd="0" destOrd="0" presId="urn:microsoft.com/office/officeart/2005/8/layout/orgChart1"/>
    <dgm:cxn modelId="{8E818197-A9ED-409A-8CB2-41032045DB3E}" type="presOf" srcId="{3E390511-0AF3-499F-A305-DDFB8B8CE5EC}" destId="{B7D56EC7-3EB2-4083-A470-2D68B138E00D}" srcOrd="1" destOrd="0" presId="urn:microsoft.com/office/officeart/2005/8/layout/orgChart1"/>
    <dgm:cxn modelId="{C891A499-EF7C-421B-8A9B-8244C090E158}" type="presOf" srcId="{0A57873F-7DD8-425A-9127-05B745C36A6F}" destId="{F54D6C9C-2B60-4813-B8F2-B25D6DF248C9}" srcOrd="1" destOrd="0" presId="urn:microsoft.com/office/officeart/2005/8/layout/orgChart1"/>
    <dgm:cxn modelId="{9F56399C-73AA-491F-BD98-69B5E78A2905}" srcId="{76B35F3C-3E89-45D3-A712-7871D0C48619}" destId="{008FB2C4-619B-4481-861A-0427BC96A30F}" srcOrd="1" destOrd="0" parTransId="{90225213-7128-4C71-975E-D745780448D9}" sibTransId="{DF5621E0-C3AA-4B69-9AB8-A2A902615C9C}"/>
    <dgm:cxn modelId="{F076D2AF-22F4-4E64-B4D8-51389935316C}" srcId="{76B35F3C-3E89-45D3-A712-7871D0C48619}" destId="{65C30178-CD72-48CB-B6CA-76333EA0C2F7}" srcOrd="0" destOrd="0" parTransId="{624D0C9F-2717-4EE5-A196-C8209F059883}" sibTransId="{97C35BA1-11CA-4B77-8D19-9852F82375CF}"/>
    <dgm:cxn modelId="{7E3B10BC-35C3-4F40-8E37-4A8D691ADE9D}" type="presOf" srcId="{86A0E276-ADC2-4849-98B6-34FA1064BD7F}" destId="{CBED3051-37EC-4831-8D63-1B76D5FD23A4}" srcOrd="0" destOrd="0" presId="urn:microsoft.com/office/officeart/2005/8/layout/orgChart1"/>
    <dgm:cxn modelId="{19969BC6-401E-4B57-8254-8FC4717AE17E}" type="presOf" srcId="{E57FA099-58DB-4C78-9D50-1E804330E0DC}" destId="{1ABC0706-1458-4E3D-99ED-88ABA881D231}" srcOrd="0" destOrd="0" presId="urn:microsoft.com/office/officeart/2005/8/layout/orgChart1"/>
    <dgm:cxn modelId="{1A3CE6C7-B56E-47F1-AB35-CA9AA2B80F36}" srcId="{DDBA4CC9-342C-431B-B258-52AD8A6CE6E0}" destId="{B84C4C85-A6E3-4B9F-89D7-4A9213C04121}" srcOrd="0" destOrd="0" parTransId="{F36FF80B-9DBE-41ED-873B-F04A2E399FEA}" sibTransId="{3342A01F-E475-4E05-85D0-60EDE950FFAA}"/>
    <dgm:cxn modelId="{ACB440C8-DFFC-4698-BE79-0503E21D4A25}" type="presOf" srcId="{9014CD6E-784A-49A0-853E-F3D8B41BE017}" destId="{739021E2-6B2B-4223-9ACC-A91A6E202EAA}" srcOrd="0" destOrd="0" presId="urn:microsoft.com/office/officeart/2005/8/layout/orgChart1"/>
    <dgm:cxn modelId="{15A678C9-FA0C-471C-820E-08B53840F26B}" srcId="{CE3E7B9E-69DC-45F4-99D3-64D270354D95}" destId="{9DEF8EB1-13C9-4C86-B698-72C2EE1BCA62}" srcOrd="0" destOrd="0" parTransId="{1D74282D-C431-49CE-9E58-F52AA43AC0CA}" sibTransId="{8ABE1486-7E91-4D9A-8C68-B8A59C4396A6}"/>
    <dgm:cxn modelId="{6BDE74CA-7486-4D85-B7EC-BFA5D2525965}" srcId="{4CA922A5-2B56-41C8-9C24-B6866A4E3B00}" destId="{C877177C-EFCE-47DA-90CB-A40D32CF7B81}" srcOrd="0" destOrd="0" parTransId="{E57FA099-58DB-4C78-9D50-1E804330E0DC}" sibTransId="{5C96C3A0-A67F-4D17-B942-E37749DC66B4}"/>
    <dgm:cxn modelId="{7C7B3FCB-9E91-4A62-ACE2-A860BAEEAFCC}" type="presOf" srcId="{DDBA4CC9-342C-431B-B258-52AD8A6CE6E0}" destId="{2F77BBDC-5AA3-440C-BC4E-8275C108F28D}" srcOrd="1" destOrd="0" presId="urn:microsoft.com/office/officeart/2005/8/layout/orgChart1"/>
    <dgm:cxn modelId="{BEFCC7D1-E8C7-444B-A773-7587D59D8357}" srcId="{9DEF8EB1-13C9-4C86-B698-72C2EE1BCA62}" destId="{9014CD6E-784A-49A0-853E-F3D8B41BE017}" srcOrd="0" destOrd="0" parTransId="{D1A3CB1C-7861-43CF-BC31-08BE0B9E54DC}" sibTransId="{3FA21C13-E92E-4660-849A-3AE99F8543E8}"/>
    <dgm:cxn modelId="{64102DD5-FEF7-4D59-B3CD-B4DE30C5760C}" type="presOf" srcId="{F36FF80B-9DBE-41ED-873B-F04A2E399FEA}" destId="{71B63425-7390-4DAD-B655-CFEDDA06D56A}" srcOrd="0" destOrd="0" presId="urn:microsoft.com/office/officeart/2005/8/layout/orgChart1"/>
    <dgm:cxn modelId="{5A78D4DC-4463-49EB-955C-C60E1283BEB6}" type="presOf" srcId="{4CA922A5-2B56-41C8-9C24-B6866A4E3B00}" destId="{163DD7FD-FAC9-432D-95E5-CB49D7CBFE4E}" srcOrd="0" destOrd="0" presId="urn:microsoft.com/office/officeart/2005/8/layout/orgChart1"/>
    <dgm:cxn modelId="{8B475EE9-379F-424D-9F02-284D03C86DD5}" type="presOf" srcId="{B84C4C85-A6E3-4B9F-89D7-4A9213C04121}" destId="{30818463-1913-43CC-A357-D72629595CC7}" srcOrd="0" destOrd="0" presId="urn:microsoft.com/office/officeart/2005/8/layout/orgChart1"/>
    <dgm:cxn modelId="{824C4FEB-13D2-492C-B8F9-01F6F095C00D}" type="presOf" srcId="{9A97457D-D0F7-4D61-8443-3C0A58162E08}" destId="{48ED6354-1E90-4D16-A2D3-25FA35D1BBEF}" srcOrd="0" destOrd="0" presId="urn:microsoft.com/office/officeart/2005/8/layout/orgChart1"/>
    <dgm:cxn modelId="{7E4665ED-F78E-46C2-8FAF-CB86945B190E}" srcId="{65C30178-CD72-48CB-B6CA-76333EA0C2F7}" destId="{F51B3FC2-E17B-4575-B73C-20FE1C4CBF55}" srcOrd="0" destOrd="0" parTransId="{545CB35A-7066-45D2-9BFD-08CBA9F45D72}" sibTransId="{993223AB-3F70-433D-9A66-6C150E6EF558}"/>
    <dgm:cxn modelId="{CAD6A2F3-3A3B-4B50-A36F-C96B5205A378}" type="presOf" srcId="{4CA922A5-2B56-41C8-9C24-B6866A4E3B00}" destId="{B1942E49-5B58-4DD1-96ED-630BCE9C14E6}" srcOrd="1" destOrd="0" presId="urn:microsoft.com/office/officeart/2005/8/layout/orgChart1"/>
    <dgm:cxn modelId="{547586FF-1765-4DC7-8A6E-8FF551EF4E64}" type="presOf" srcId="{5D0ED5FE-7E95-4250-8677-9EC1950AE8A1}" destId="{750F3F54-A2AD-4A77-A848-89A056AA32A0}" srcOrd="1" destOrd="0" presId="urn:microsoft.com/office/officeart/2005/8/layout/orgChart1"/>
    <dgm:cxn modelId="{BE987F00-59FF-44FE-BC54-E90AF741893A}" type="presParOf" srcId="{CDBC6E98-F188-496C-A848-1E799ED79DE2}" destId="{B1C736E0-4A3F-49DB-832F-82D6E742DA3A}" srcOrd="0" destOrd="0" presId="urn:microsoft.com/office/officeart/2005/8/layout/orgChart1"/>
    <dgm:cxn modelId="{25BD749E-D968-4926-B1E2-027E1D8A06FF}" type="presParOf" srcId="{B1C736E0-4A3F-49DB-832F-82D6E742DA3A}" destId="{E1849E25-D6DE-4DE7-A150-A38A20E273DA}" srcOrd="0" destOrd="0" presId="urn:microsoft.com/office/officeart/2005/8/layout/orgChart1"/>
    <dgm:cxn modelId="{7858245A-F828-4403-B127-495EE03BC6C6}" type="presParOf" srcId="{E1849E25-D6DE-4DE7-A150-A38A20E273DA}" destId="{9EFBAD96-9A2F-49A5-9E11-7BBBF856557D}" srcOrd="0" destOrd="0" presId="urn:microsoft.com/office/officeart/2005/8/layout/orgChart1"/>
    <dgm:cxn modelId="{4C60020F-D0D6-4D78-969A-6A46A6DDFB6F}" type="presParOf" srcId="{E1849E25-D6DE-4DE7-A150-A38A20E273DA}" destId="{750F3F54-A2AD-4A77-A848-89A056AA32A0}" srcOrd="1" destOrd="0" presId="urn:microsoft.com/office/officeart/2005/8/layout/orgChart1"/>
    <dgm:cxn modelId="{70E5F3B5-4121-4372-845B-CDF55C65BBFE}" type="presParOf" srcId="{B1C736E0-4A3F-49DB-832F-82D6E742DA3A}" destId="{14CD3D2B-3AB4-4646-BB21-7F567F6A9A3B}" srcOrd="1" destOrd="0" presId="urn:microsoft.com/office/officeart/2005/8/layout/orgChart1"/>
    <dgm:cxn modelId="{F59B449F-F008-4C4F-8DCA-5FFBC250245F}" type="presParOf" srcId="{14CD3D2B-3AB4-4646-BB21-7F567F6A9A3B}" destId="{5A256C76-518B-45F9-9EA0-3F02778912FA}" srcOrd="0" destOrd="0" presId="urn:microsoft.com/office/officeart/2005/8/layout/orgChart1"/>
    <dgm:cxn modelId="{77721778-914C-4B32-87C9-24CD45A7C9E7}" type="presParOf" srcId="{14CD3D2B-3AB4-4646-BB21-7F567F6A9A3B}" destId="{A24ACEA3-1518-4E3D-87B2-D469EA54E923}" srcOrd="1" destOrd="0" presId="urn:microsoft.com/office/officeart/2005/8/layout/orgChart1"/>
    <dgm:cxn modelId="{7D692170-60ED-49AF-B493-F7E454D8FFC8}" type="presParOf" srcId="{A24ACEA3-1518-4E3D-87B2-D469EA54E923}" destId="{1F4D5B67-D36D-480A-895F-3F3DC5DEB85C}" srcOrd="0" destOrd="0" presId="urn:microsoft.com/office/officeart/2005/8/layout/orgChart1"/>
    <dgm:cxn modelId="{C413B5E0-276F-492E-851E-70A8E1DF7FE2}" type="presParOf" srcId="{1F4D5B67-D36D-480A-895F-3F3DC5DEB85C}" destId="{8FE6C161-384A-49C2-8E05-D34E4A719C3D}" srcOrd="0" destOrd="0" presId="urn:microsoft.com/office/officeart/2005/8/layout/orgChart1"/>
    <dgm:cxn modelId="{4A903DD5-C0A9-4864-9AC8-B9A92BF9CA73}" type="presParOf" srcId="{1F4D5B67-D36D-480A-895F-3F3DC5DEB85C}" destId="{26AC3CC7-DD1F-4343-8043-9D2EF37EEB56}" srcOrd="1" destOrd="0" presId="urn:microsoft.com/office/officeart/2005/8/layout/orgChart1"/>
    <dgm:cxn modelId="{CF17B8B1-B242-4E45-AC4F-40B654DD30B3}" type="presParOf" srcId="{A24ACEA3-1518-4E3D-87B2-D469EA54E923}" destId="{9BA0AA6E-A406-4E22-BAFC-6D960E1A509D}" srcOrd="1" destOrd="0" presId="urn:microsoft.com/office/officeart/2005/8/layout/orgChart1"/>
    <dgm:cxn modelId="{DB470450-DB75-4F88-A5C3-1E9AD1978FCA}" type="presParOf" srcId="{9BA0AA6E-A406-4E22-BAFC-6D960E1A509D}" destId="{93292C31-F646-498B-A8F5-5E2E6F492F55}" srcOrd="0" destOrd="0" presId="urn:microsoft.com/office/officeart/2005/8/layout/orgChart1"/>
    <dgm:cxn modelId="{17B94807-7B55-40D6-8B0B-E91B1FB6BFB5}" type="presParOf" srcId="{9BA0AA6E-A406-4E22-BAFC-6D960E1A509D}" destId="{30436768-49BD-41DF-A76C-6BD737ECBECA}" srcOrd="1" destOrd="0" presId="urn:microsoft.com/office/officeart/2005/8/layout/orgChart1"/>
    <dgm:cxn modelId="{4D080D37-04BD-49C4-B873-69C1A1243E0C}" type="presParOf" srcId="{30436768-49BD-41DF-A76C-6BD737ECBECA}" destId="{1CFA4F79-3578-423C-9C32-D91F6B508678}" srcOrd="0" destOrd="0" presId="urn:microsoft.com/office/officeart/2005/8/layout/orgChart1"/>
    <dgm:cxn modelId="{F9961953-9EAD-4C6F-83C5-101686B78616}" type="presParOf" srcId="{1CFA4F79-3578-423C-9C32-D91F6B508678}" destId="{E15F2E3C-3E72-4BC2-BA53-716CDAFD0D01}" srcOrd="0" destOrd="0" presId="urn:microsoft.com/office/officeart/2005/8/layout/orgChart1"/>
    <dgm:cxn modelId="{58C47103-0BC1-4674-98A4-CF155F2BA752}" type="presParOf" srcId="{1CFA4F79-3578-423C-9C32-D91F6B508678}" destId="{B73AC966-C090-4090-9F26-24932961D828}" srcOrd="1" destOrd="0" presId="urn:microsoft.com/office/officeart/2005/8/layout/orgChart1"/>
    <dgm:cxn modelId="{82EDF1CE-5C64-44BE-9C03-D768317B76F1}" type="presParOf" srcId="{30436768-49BD-41DF-A76C-6BD737ECBECA}" destId="{183FBA86-E0B5-4CDD-9BFA-4832D5E00AAA}" srcOrd="1" destOrd="0" presId="urn:microsoft.com/office/officeart/2005/8/layout/orgChart1"/>
    <dgm:cxn modelId="{FE75BDC3-ECFC-41F4-AA75-A4B26E195028}" type="presParOf" srcId="{183FBA86-E0B5-4CDD-9BFA-4832D5E00AAA}" destId="{B7AC44D2-1590-4FFB-A25C-04E1BEA039E1}" srcOrd="0" destOrd="0" presId="urn:microsoft.com/office/officeart/2005/8/layout/orgChart1"/>
    <dgm:cxn modelId="{5DF3A299-CFC2-4E80-963D-9121569814CB}" type="presParOf" srcId="{183FBA86-E0B5-4CDD-9BFA-4832D5E00AAA}" destId="{CABA8776-4A54-46B2-96A2-D6D4B82B4150}" srcOrd="1" destOrd="0" presId="urn:microsoft.com/office/officeart/2005/8/layout/orgChart1"/>
    <dgm:cxn modelId="{548B111C-71B6-4262-B568-7051A6F6910F}" type="presParOf" srcId="{CABA8776-4A54-46B2-96A2-D6D4B82B4150}" destId="{9BE0C8B5-0AB6-4174-8916-7909E4A1C2AD}" srcOrd="0" destOrd="0" presId="urn:microsoft.com/office/officeart/2005/8/layout/orgChart1"/>
    <dgm:cxn modelId="{606B2A4D-6299-456B-90BC-2324A1A16976}" type="presParOf" srcId="{9BE0C8B5-0AB6-4174-8916-7909E4A1C2AD}" destId="{A1D011E8-F0EE-4668-8F0B-5D8D5A2498A1}" srcOrd="0" destOrd="0" presId="urn:microsoft.com/office/officeart/2005/8/layout/orgChart1"/>
    <dgm:cxn modelId="{8BCB2668-BE2C-4C1C-B95B-84787182893C}" type="presParOf" srcId="{9BE0C8B5-0AB6-4174-8916-7909E4A1C2AD}" destId="{CB4B23C8-4211-4E0E-A2B3-9377CFE5193C}" srcOrd="1" destOrd="0" presId="urn:microsoft.com/office/officeart/2005/8/layout/orgChart1"/>
    <dgm:cxn modelId="{7D58235C-E77E-464B-986B-44134A66CB89}" type="presParOf" srcId="{CABA8776-4A54-46B2-96A2-D6D4B82B4150}" destId="{C8B886B0-4DF9-4B02-913E-8703EE35AD89}" srcOrd="1" destOrd="0" presId="urn:microsoft.com/office/officeart/2005/8/layout/orgChart1"/>
    <dgm:cxn modelId="{DD13A591-58EA-491A-9474-E42FBCAAD941}" type="presParOf" srcId="{C8B886B0-4DF9-4B02-913E-8703EE35AD89}" destId="{202EA80A-FB25-4788-8B3F-FD6EFBA51904}" srcOrd="0" destOrd="0" presId="urn:microsoft.com/office/officeart/2005/8/layout/orgChart1"/>
    <dgm:cxn modelId="{BB9337B9-CA70-4032-9109-83164211D411}" type="presParOf" srcId="{C8B886B0-4DF9-4B02-913E-8703EE35AD89}" destId="{66939DB6-7200-4F12-9B55-6478AA6FDD39}" srcOrd="1" destOrd="0" presId="urn:microsoft.com/office/officeart/2005/8/layout/orgChart1"/>
    <dgm:cxn modelId="{98AFC082-804F-4462-8ACF-A68C8C18B031}" type="presParOf" srcId="{66939DB6-7200-4F12-9B55-6478AA6FDD39}" destId="{FF3B3EDD-EF01-4352-8F78-781318BA5F29}" srcOrd="0" destOrd="0" presId="urn:microsoft.com/office/officeart/2005/8/layout/orgChart1"/>
    <dgm:cxn modelId="{4F60D656-0585-4310-B29E-7A3A3CB990C3}" type="presParOf" srcId="{FF3B3EDD-EF01-4352-8F78-781318BA5F29}" destId="{04E59E5A-2EB9-4330-BB8D-E964E321D56D}" srcOrd="0" destOrd="0" presId="urn:microsoft.com/office/officeart/2005/8/layout/orgChart1"/>
    <dgm:cxn modelId="{644F1424-9298-4E4D-9F5E-F02619C473B2}" type="presParOf" srcId="{FF3B3EDD-EF01-4352-8F78-781318BA5F29}" destId="{B7D56EC7-3EB2-4083-A470-2D68B138E00D}" srcOrd="1" destOrd="0" presId="urn:microsoft.com/office/officeart/2005/8/layout/orgChart1"/>
    <dgm:cxn modelId="{C9186D5F-368C-4C0C-B40B-CC26A0BA4382}" type="presParOf" srcId="{66939DB6-7200-4F12-9B55-6478AA6FDD39}" destId="{BFC845C6-20EB-465A-B5C8-C398CA8E2593}" srcOrd="1" destOrd="0" presId="urn:microsoft.com/office/officeart/2005/8/layout/orgChart1"/>
    <dgm:cxn modelId="{28B20658-C39B-401A-B593-BCA2EC2F3841}" type="presParOf" srcId="{66939DB6-7200-4F12-9B55-6478AA6FDD39}" destId="{C6F078DF-7D79-49AF-871E-6963CA594920}" srcOrd="2" destOrd="0" presId="urn:microsoft.com/office/officeart/2005/8/layout/orgChart1"/>
    <dgm:cxn modelId="{32BC71FA-B3FC-4D48-9639-496BD037720E}" type="presParOf" srcId="{CABA8776-4A54-46B2-96A2-D6D4B82B4150}" destId="{1537FD68-1A6D-498D-8D70-8A286D003EDE}" srcOrd="2" destOrd="0" presId="urn:microsoft.com/office/officeart/2005/8/layout/orgChart1"/>
    <dgm:cxn modelId="{5DD9BBD8-0D99-41AD-AA33-EF4B95111501}" type="presParOf" srcId="{30436768-49BD-41DF-A76C-6BD737ECBECA}" destId="{87DBC293-2302-4893-ACA0-7902E9091D82}" srcOrd="2" destOrd="0" presId="urn:microsoft.com/office/officeart/2005/8/layout/orgChart1"/>
    <dgm:cxn modelId="{FCD24D8C-A87E-416A-BB6A-1324C7C7EB26}" type="presParOf" srcId="{9BA0AA6E-A406-4E22-BAFC-6D960E1A509D}" destId="{BA748C1B-980B-4C19-9180-F4C75B7EB1C8}" srcOrd="2" destOrd="0" presId="urn:microsoft.com/office/officeart/2005/8/layout/orgChart1"/>
    <dgm:cxn modelId="{5CA7FC8B-EB90-463E-A97F-1692D93353B5}" type="presParOf" srcId="{9BA0AA6E-A406-4E22-BAFC-6D960E1A509D}" destId="{1A40A97A-A24F-4C1F-9482-820A7E6F2CC1}" srcOrd="3" destOrd="0" presId="urn:microsoft.com/office/officeart/2005/8/layout/orgChart1"/>
    <dgm:cxn modelId="{DCA1CE07-CF7D-49B6-8D01-0C14F1B36349}" type="presParOf" srcId="{1A40A97A-A24F-4C1F-9482-820A7E6F2CC1}" destId="{5FD40FD8-0452-4EAC-BF7E-D775CAA1A10F}" srcOrd="0" destOrd="0" presId="urn:microsoft.com/office/officeart/2005/8/layout/orgChart1"/>
    <dgm:cxn modelId="{2105A6C7-8C66-4EEF-B8DE-793FEAB49B85}" type="presParOf" srcId="{5FD40FD8-0452-4EAC-BF7E-D775CAA1A10F}" destId="{F696060B-563A-46F4-BF00-6871C724D58B}" srcOrd="0" destOrd="0" presId="urn:microsoft.com/office/officeart/2005/8/layout/orgChart1"/>
    <dgm:cxn modelId="{A081746B-5587-4660-BF55-9E16270C863A}" type="presParOf" srcId="{5FD40FD8-0452-4EAC-BF7E-D775CAA1A10F}" destId="{C3704E97-92D8-4E91-88D5-05C7E6F6C6A9}" srcOrd="1" destOrd="0" presId="urn:microsoft.com/office/officeart/2005/8/layout/orgChart1"/>
    <dgm:cxn modelId="{6D828611-436C-4C43-BF57-00E08CE50EFE}" type="presParOf" srcId="{1A40A97A-A24F-4C1F-9482-820A7E6F2CC1}" destId="{EB244870-3815-4BB2-B2D8-32A989632BD3}" srcOrd="1" destOrd="0" presId="urn:microsoft.com/office/officeart/2005/8/layout/orgChart1"/>
    <dgm:cxn modelId="{7B1DAB06-A659-4E60-A2D9-70B3CC2E2F96}" type="presParOf" srcId="{EB244870-3815-4BB2-B2D8-32A989632BD3}" destId="{B73E4DA6-0DDA-4987-821C-1927EA7B5D94}" srcOrd="0" destOrd="0" presId="urn:microsoft.com/office/officeart/2005/8/layout/orgChart1"/>
    <dgm:cxn modelId="{FBA5E423-A115-44F7-9FC0-24596AA2417B}" type="presParOf" srcId="{EB244870-3815-4BB2-B2D8-32A989632BD3}" destId="{CB7AAF87-1EC0-4151-A978-B2DF5FBB35D5}" srcOrd="1" destOrd="0" presId="urn:microsoft.com/office/officeart/2005/8/layout/orgChart1"/>
    <dgm:cxn modelId="{5921A289-9EE8-4D70-8187-5604355B0C6C}" type="presParOf" srcId="{CB7AAF87-1EC0-4151-A978-B2DF5FBB35D5}" destId="{F7ABCA26-7AB3-4D3B-8511-509D1EE2539B}" srcOrd="0" destOrd="0" presId="urn:microsoft.com/office/officeart/2005/8/layout/orgChart1"/>
    <dgm:cxn modelId="{FCCBD276-D37B-436F-B7B6-7EF8D55D1FC1}" type="presParOf" srcId="{F7ABCA26-7AB3-4D3B-8511-509D1EE2539B}" destId="{725D7FEB-8632-41F6-B770-26CFCE5EA470}" srcOrd="0" destOrd="0" presId="urn:microsoft.com/office/officeart/2005/8/layout/orgChart1"/>
    <dgm:cxn modelId="{3991082B-61EE-42F9-ACF4-B69F89376F7D}" type="presParOf" srcId="{F7ABCA26-7AB3-4D3B-8511-509D1EE2539B}" destId="{F54D6C9C-2B60-4813-B8F2-B25D6DF248C9}" srcOrd="1" destOrd="0" presId="urn:microsoft.com/office/officeart/2005/8/layout/orgChart1"/>
    <dgm:cxn modelId="{13B10C0D-5B1F-4DAB-AE9D-A22167DA3D03}" type="presParOf" srcId="{CB7AAF87-1EC0-4151-A978-B2DF5FBB35D5}" destId="{BE29F407-5470-416F-BAC0-F5ADE6A0E89F}" srcOrd="1" destOrd="0" presId="urn:microsoft.com/office/officeart/2005/8/layout/orgChart1"/>
    <dgm:cxn modelId="{F6CFC69C-8A2B-4A33-B218-8E23897BAD37}" type="presParOf" srcId="{BE29F407-5470-416F-BAC0-F5ADE6A0E89F}" destId="{CE113E55-3F90-4F70-A410-3B2C07C0CF1A}" srcOrd="0" destOrd="0" presId="urn:microsoft.com/office/officeart/2005/8/layout/orgChart1"/>
    <dgm:cxn modelId="{9C3B63D6-ED2D-45E9-ABB8-83B1C8CEF015}" type="presParOf" srcId="{BE29F407-5470-416F-BAC0-F5ADE6A0E89F}" destId="{0AFA51BD-AE0E-47FF-AF39-2C8D30783D96}" srcOrd="1" destOrd="0" presId="urn:microsoft.com/office/officeart/2005/8/layout/orgChart1"/>
    <dgm:cxn modelId="{E05A8673-01A5-4D91-BAB4-04C8297B616F}" type="presParOf" srcId="{0AFA51BD-AE0E-47FF-AF39-2C8D30783D96}" destId="{3A3BDF5B-D5EC-4C99-8995-109C52B75C89}" srcOrd="0" destOrd="0" presId="urn:microsoft.com/office/officeart/2005/8/layout/orgChart1"/>
    <dgm:cxn modelId="{1C01C1C8-0056-49FF-AC3C-1F0C4C0D8D14}" type="presParOf" srcId="{3A3BDF5B-D5EC-4C99-8995-109C52B75C89}" destId="{163DD7FD-FAC9-432D-95E5-CB49D7CBFE4E}" srcOrd="0" destOrd="0" presId="urn:microsoft.com/office/officeart/2005/8/layout/orgChart1"/>
    <dgm:cxn modelId="{543AE042-2B59-48A3-93CA-692C9335B2BE}" type="presParOf" srcId="{3A3BDF5B-D5EC-4C99-8995-109C52B75C89}" destId="{B1942E49-5B58-4DD1-96ED-630BCE9C14E6}" srcOrd="1" destOrd="0" presId="urn:microsoft.com/office/officeart/2005/8/layout/orgChart1"/>
    <dgm:cxn modelId="{B136EE1E-BF13-412D-B262-46BB03F70949}" type="presParOf" srcId="{0AFA51BD-AE0E-47FF-AF39-2C8D30783D96}" destId="{C06FCA33-7C0E-4366-8AA8-35C7109A3FD5}" srcOrd="1" destOrd="0" presId="urn:microsoft.com/office/officeart/2005/8/layout/orgChart1"/>
    <dgm:cxn modelId="{8509651E-98CB-4267-BD31-F64B734F9E79}" type="presParOf" srcId="{C06FCA33-7C0E-4366-8AA8-35C7109A3FD5}" destId="{1ABC0706-1458-4E3D-99ED-88ABA881D231}" srcOrd="0" destOrd="0" presId="urn:microsoft.com/office/officeart/2005/8/layout/orgChart1"/>
    <dgm:cxn modelId="{032751EE-A7B4-4960-95CE-983676EEC30C}" type="presParOf" srcId="{C06FCA33-7C0E-4366-8AA8-35C7109A3FD5}" destId="{C6ED987E-944A-49DB-99AC-FA35F2C9425D}" srcOrd="1" destOrd="0" presId="urn:microsoft.com/office/officeart/2005/8/layout/orgChart1"/>
    <dgm:cxn modelId="{8457D110-31A9-42D0-91EE-AC07EE4D9FE1}" type="presParOf" srcId="{C6ED987E-944A-49DB-99AC-FA35F2C9425D}" destId="{D84BFEED-D035-46DD-BA33-D430E264CD69}" srcOrd="0" destOrd="0" presId="urn:microsoft.com/office/officeart/2005/8/layout/orgChart1"/>
    <dgm:cxn modelId="{19E05292-5FFE-4EEB-9CA1-E9CD0F68577F}" type="presParOf" srcId="{D84BFEED-D035-46DD-BA33-D430E264CD69}" destId="{098FFD2A-30E0-4F70-ACD2-0278D12266D2}" srcOrd="0" destOrd="0" presId="urn:microsoft.com/office/officeart/2005/8/layout/orgChart1"/>
    <dgm:cxn modelId="{30CCCD77-165A-4D55-B0A4-57C1FFBA72CE}" type="presParOf" srcId="{D84BFEED-D035-46DD-BA33-D430E264CD69}" destId="{F1AEC9F3-E5DC-4209-8326-3E876E96E95D}" srcOrd="1" destOrd="0" presId="urn:microsoft.com/office/officeart/2005/8/layout/orgChart1"/>
    <dgm:cxn modelId="{24FD135D-B080-4CE2-8D48-86DF4419DF49}" type="presParOf" srcId="{C6ED987E-944A-49DB-99AC-FA35F2C9425D}" destId="{BE8168F0-38C1-41FD-A4C6-61E177F62C0A}" srcOrd="1" destOrd="0" presId="urn:microsoft.com/office/officeart/2005/8/layout/orgChart1"/>
    <dgm:cxn modelId="{9E18D487-F31D-4282-8504-FF746AD6E97C}" type="presParOf" srcId="{BE8168F0-38C1-41FD-A4C6-61E177F62C0A}" destId="{48ED6354-1E90-4D16-A2D3-25FA35D1BBEF}" srcOrd="0" destOrd="0" presId="urn:microsoft.com/office/officeart/2005/8/layout/orgChart1"/>
    <dgm:cxn modelId="{FE5B902A-38B3-4297-822B-3E4186C66C0A}" type="presParOf" srcId="{BE8168F0-38C1-41FD-A4C6-61E177F62C0A}" destId="{3FA45877-A4A4-4045-9177-EF744D08D4D6}" srcOrd="1" destOrd="0" presId="urn:microsoft.com/office/officeart/2005/8/layout/orgChart1"/>
    <dgm:cxn modelId="{695012A5-E4F0-4F0E-9BB9-1C252B4AE334}" type="presParOf" srcId="{3FA45877-A4A4-4045-9177-EF744D08D4D6}" destId="{153F937B-CE64-4EEC-946B-E246EF7CABDD}" srcOrd="0" destOrd="0" presId="urn:microsoft.com/office/officeart/2005/8/layout/orgChart1"/>
    <dgm:cxn modelId="{19FDDA49-D83D-4EBB-9B52-500AC2EF5AB0}" type="presParOf" srcId="{153F937B-CE64-4EEC-946B-E246EF7CABDD}" destId="{CBED3051-37EC-4831-8D63-1B76D5FD23A4}" srcOrd="0" destOrd="0" presId="urn:microsoft.com/office/officeart/2005/8/layout/orgChart1"/>
    <dgm:cxn modelId="{EC8500B2-8657-4D97-9FFD-8C488718A1BB}" type="presParOf" srcId="{153F937B-CE64-4EEC-946B-E246EF7CABDD}" destId="{4D6B5042-4E7C-4D67-9295-599E8C9DFE32}" srcOrd="1" destOrd="0" presId="urn:microsoft.com/office/officeart/2005/8/layout/orgChart1"/>
    <dgm:cxn modelId="{E37760CF-7859-42EB-87FD-2D6F5AABB747}" type="presParOf" srcId="{3FA45877-A4A4-4045-9177-EF744D08D4D6}" destId="{BA1DC5C2-74A8-4FEA-BD8F-2F66CFFA5336}" srcOrd="1" destOrd="0" presId="urn:microsoft.com/office/officeart/2005/8/layout/orgChart1"/>
    <dgm:cxn modelId="{DADE0735-0B90-45F5-BAFC-718FA6B27AC3}" type="presParOf" srcId="{3FA45877-A4A4-4045-9177-EF744D08D4D6}" destId="{177419B8-246B-428E-BE5A-F805E73875C3}" srcOrd="2" destOrd="0" presId="urn:microsoft.com/office/officeart/2005/8/layout/orgChart1"/>
    <dgm:cxn modelId="{A888CE52-5C84-47A3-A33D-36717ECE7C42}" type="presParOf" srcId="{C6ED987E-944A-49DB-99AC-FA35F2C9425D}" destId="{CE88E957-B835-476B-8E97-2E7C728F6E98}" srcOrd="2" destOrd="0" presId="urn:microsoft.com/office/officeart/2005/8/layout/orgChart1"/>
    <dgm:cxn modelId="{6321E703-123C-43D8-BB37-734EDE88159C}" type="presParOf" srcId="{0AFA51BD-AE0E-47FF-AF39-2C8D30783D96}" destId="{7686605A-0AAC-42F7-9C12-58016E8A3C69}" srcOrd="2" destOrd="0" presId="urn:microsoft.com/office/officeart/2005/8/layout/orgChart1"/>
    <dgm:cxn modelId="{07DD87A7-C3FA-4973-99BF-34DC8B999FDF}" type="presParOf" srcId="{CB7AAF87-1EC0-4151-A978-B2DF5FBB35D5}" destId="{82A0FF90-D352-44E8-972B-F5CE704396FA}" srcOrd="2" destOrd="0" presId="urn:microsoft.com/office/officeart/2005/8/layout/orgChart1"/>
    <dgm:cxn modelId="{DD699DAE-E87D-43C7-9809-538BA289371F}" type="presParOf" srcId="{1A40A97A-A24F-4C1F-9482-820A7E6F2CC1}" destId="{B467A83B-118A-4F91-A056-9CCEBD605EF3}" srcOrd="2" destOrd="0" presId="urn:microsoft.com/office/officeart/2005/8/layout/orgChart1"/>
    <dgm:cxn modelId="{922C056B-1849-4F4A-BC3F-AC7611DDDC40}" type="presParOf" srcId="{9BA0AA6E-A406-4E22-BAFC-6D960E1A509D}" destId="{2D4F8760-BB38-4608-A488-DDDAF70360FE}" srcOrd="4" destOrd="0" presId="urn:microsoft.com/office/officeart/2005/8/layout/orgChart1"/>
    <dgm:cxn modelId="{41305593-D728-42F4-8402-FCB19661BB12}" type="presParOf" srcId="{9BA0AA6E-A406-4E22-BAFC-6D960E1A509D}" destId="{45B1BF5B-5B92-4518-A07C-3155921BC09F}" srcOrd="5" destOrd="0" presId="urn:microsoft.com/office/officeart/2005/8/layout/orgChart1"/>
    <dgm:cxn modelId="{849B74B3-1EAA-4E5D-B4C3-44009335979C}" type="presParOf" srcId="{45B1BF5B-5B92-4518-A07C-3155921BC09F}" destId="{2DC3900D-DF22-4346-8CCF-28ABD1A7ACB9}" srcOrd="0" destOrd="0" presId="urn:microsoft.com/office/officeart/2005/8/layout/orgChart1"/>
    <dgm:cxn modelId="{D7E5DD2F-E8EC-40DC-B879-6CA3BD162480}" type="presParOf" srcId="{2DC3900D-DF22-4346-8CCF-28ABD1A7ACB9}" destId="{FF313E01-017C-4A3D-A7F9-B7180B010683}" srcOrd="0" destOrd="0" presId="urn:microsoft.com/office/officeart/2005/8/layout/orgChart1"/>
    <dgm:cxn modelId="{F6758493-CEB0-4078-AA61-F5285CD8C135}" type="presParOf" srcId="{2DC3900D-DF22-4346-8CCF-28ABD1A7ACB9}" destId="{2F77BBDC-5AA3-440C-BC4E-8275C108F28D}" srcOrd="1" destOrd="0" presId="urn:microsoft.com/office/officeart/2005/8/layout/orgChart1"/>
    <dgm:cxn modelId="{C2D3ACBB-56CC-4AA3-91CD-31D53F0DFF15}" type="presParOf" srcId="{45B1BF5B-5B92-4518-A07C-3155921BC09F}" destId="{194CE0BA-1FEA-4C65-9442-EB0C3C7705CE}" srcOrd="1" destOrd="0" presId="urn:microsoft.com/office/officeart/2005/8/layout/orgChart1"/>
    <dgm:cxn modelId="{75EBF8CF-6A15-4F7E-84DB-352F9B56F56F}" type="presParOf" srcId="{194CE0BA-1FEA-4C65-9442-EB0C3C7705CE}" destId="{71B63425-7390-4DAD-B655-CFEDDA06D56A}" srcOrd="0" destOrd="0" presId="urn:microsoft.com/office/officeart/2005/8/layout/orgChart1"/>
    <dgm:cxn modelId="{3ABCC193-8693-499C-BE28-9239A1302075}" type="presParOf" srcId="{194CE0BA-1FEA-4C65-9442-EB0C3C7705CE}" destId="{B8090297-A561-4B09-8462-8DC2A2F20AEF}" srcOrd="1" destOrd="0" presId="urn:microsoft.com/office/officeart/2005/8/layout/orgChart1"/>
    <dgm:cxn modelId="{80311465-F242-44B3-AF74-998A5C11E6F7}" type="presParOf" srcId="{B8090297-A561-4B09-8462-8DC2A2F20AEF}" destId="{4FB9C91A-E258-4796-AA15-D65D03DC03F4}" srcOrd="0" destOrd="0" presId="urn:microsoft.com/office/officeart/2005/8/layout/orgChart1"/>
    <dgm:cxn modelId="{E4CB6793-7D1C-43A3-870D-4185AC1427B5}" type="presParOf" srcId="{4FB9C91A-E258-4796-AA15-D65D03DC03F4}" destId="{30818463-1913-43CC-A357-D72629595CC7}" srcOrd="0" destOrd="0" presId="urn:microsoft.com/office/officeart/2005/8/layout/orgChart1"/>
    <dgm:cxn modelId="{A8093F8C-8109-4F98-9D4C-E94914EB9BB9}" type="presParOf" srcId="{4FB9C91A-E258-4796-AA15-D65D03DC03F4}" destId="{289E608A-4AA7-4807-88A1-6CA5E692558A}" srcOrd="1" destOrd="0" presId="urn:microsoft.com/office/officeart/2005/8/layout/orgChart1"/>
    <dgm:cxn modelId="{A9064305-C59C-4715-94E8-3309A347D90E}" type="presParOf" srcId="{B8090297-A561-4B09-8462-8DC2A2F20AEF}" destId="{C5C5E8E6-42A1-4D88-BD78-7C0EEE56716C}" srcOrd="1" destOrd="0" presId="urn:microsoft.com/office/officeart/2005/8/layout/orgChart1"/>
    <dgm:cxn modelId="{5C21B2ED-49ED-47AA-A02D-F2766325805A}" type="presParOf" srcId="{B8090297-A561-4B09-8462-8DC2A2F20AEF}" destId="{B5583D1C-2BD1-4365-A697-93DE6FD77AA4}" srcOrd="2" destOrd="0" presId="urn:microsoft.com/office/officeart/2005/8/layout/orgChart1"/>
    <dgm:cxn modelId="{FC94CE02-D58C-4A57-A6BF-510C8F345033}" type="presParOf" srcId="{45B1BF5B-5B92-4518-A07C-3155921BC09F}" destId="{D175C177-C0E2-4C10-9210-37FC6AF7E8D0}" srcOrd="2" destOrd="0" presId="urn:microsoft.com/office/officeart/2005/8/layout/orgChart1"/>
    <dgm:cxn modelId="{574D66A4-AA14-44AC-B16E-A8091A1CACC0}" type="presParOf" srcId="{A24ACEA3-1518-4E3D-87B2-D469EA54E923}" destId="{84C75A84-198A-4B2D-B012-04DDE43BE8B5}" srcOrd="2" destOrd="0" presId="urn:microsoft.com/office/officeart/2005/8/layout/orgChart1"/>
    <dgm:cxn modelId="{A2454F77-CFD5-4270-9BED-8E4FE337DDE3}" type="presParOf" srcId="{14CD3D2B-3AB4-4646-BB21-7F567F6A9A3B}" destId="{5285C9F0-788F-4FE4-8F8A-07BFE651A144}" srcOrd="2" destOrd="0" presId="urn:microsoft.com/office/officeart/2005/8/layout/orgChart1"/>
    <dgm:cxn modelId="{2FE6FF3C-3A79-42ED-99D2-AD9F99715407}" type="presParOf" srcId="{14CD3D2B-3AB4-4646-BB21-7F567F6A9A3B}" destId="{7B70F40A-91CE-402B-8B0F-CC8F34ED03E4}" srcOrd="3" destOrd="0" presId="urn:microsoft.com/office/officeart/2005/8/layout/orgChart1"/>
    <dgm:cxn modelId="{0A2E351D-2015-402B-AB5D-558B4CE7BEFF}" type="presParOf" srcId="{7B70F40A-91CE-402B-8B0F-CC8F34ED03E4}" destId="{11E0DD70-AB0F-4812-BBCA-5974C097AD0A}" srcOrd="0" destOrd="0" presId="urn:microsoft.com/office/officeart/2005/8/layout/orgChart1"/>
    <dgm:cxn modelId="{0D09397C-7F64-447E-ADA6-EA008790629F}" type="presParOf" srcId="{11E0DD70-AB0F-4812-BBCA-5974C097AD0A}" destId="{4D8AD786-48DE-43CB-93C7-FD50F36256C4}" srcOrd="0" destOrd="0" presId="urn:microsoft.com/office/officeart/2005/8/layout/orgChart1"/>
    <dgm:cxn modelId="{182084E2-41B8-4A4C-B3BD-6E0F761FB494}" type="presParOf" srcId="{11E0DD70-AB0F-4812-BBCA-5974C097AD0A}" destId="{AC1CCE5B-7046-45EB-AF89-F32185C5C307}" srcOrd="1" destOrd="0" presId="urn:microsoft.com/office/officeart/2005/8/layout/orgChart1"/>
    <dgm:cxn modelId="{7F477640-E45B-4EB8-84AF-5BB7D84A5616}" type="presParOf" srcId="{7B70F40A-91CE-402B-8B0F-CC8F34ED03E4}" destId="{DA7612D4-E94C-4297-81D2-15E120C75C32}" srcOrd="1" destOrd="0" presId="urn:microsoft.com/office/officeart/2005/8/layout/orgChart1"/>
    <dgm:cxn modelId="{B2565693-828F-4582-88D1-13D4393A2503}" type="presParOf" srcId="{DA7612D4-E94C-4297-81D2-15E120C75C32}" destId="{AA69D7AD-F72F-4218-99F6-C5408F6CAE19}" srcOrd="0" destOrd="0" presId="urn:microsoft.com/office/officeart/2005/8/layout/orgChart1"/>
    <dgm:cxn modelId="{5D696680-6DA6-4C7D-BF0F-2B8382DF3E7C}" type="presParOf" srcId="{DA7612D4-E94C-4297-81D2-15E120C75C32}" destId="{B7CA9F99-CDF1-4286-A969-1BE7BB68459E}" srcOrd="1" destOrd="0" presId="urn:microsoft.com/office/officeart/2005/8/layout/orgChart1"/>
    <dgm:cxn modelId="{3E40D5ED-6236-41C9-8EC5-E5E571F2D8DC}" type="presParOf" srcId="{B7CA9F99-CDF1-4286-A969-1BE7BB68459E}" destId="{F208D0C2-F5A4-438D-A70C-55BC989E99F3}" srcOrd="0" destOrd="0" presId="urn:microsoft.com/office/officeart/2005/8/layout/orgChart1"/>
    <dgm:cxn modelId="{DAF4D91D-15EA-42EB-89C0-2C2619DFDAEC}" type="presParOf" srcId="{F208D0C2-F5A4-438D-A70C-55BC989E99F3}" destId="{873D4F2A-F653-4056-A397-D778357C3F7F}" srcOrd="0" destOrd="0" presId="urn:microsoft.com/office/officeart/2005/8/layout/orgChart1"/>
    <dgm:cxn modelId="{0B3C3357-C538-4856-9118-DA99108E9D77}" type="presParOf" srcId="{F208D0C2-F5A4-438D-A70C-55BC989E99F3}" destId="{3DD442F2-DBD5-4207-92A5-0A4EFB7EAF6B}" srcOrd="1" destOrd="0" presId="urn:microsoft.com/office/officeart/2005/8/layout/orgChart1"/>
    <dgm:cxn modelId="{00B3245F-E5C1-415F-8841-A5461980ECDB}" type="presParOf" srcId="{B7CA9F99-CDF1-4286-A969-1BE7BB68459E}" destId="{0C06E32C-DCDD-452D-A9C5-34171E8B9AB3}" srcOrd="1" destOrd="0" presId="urn:microsoft.com/office/officeart/2005/8/layout/orgChart1"/>
    <dgm:cxn modelId="{E7E11E63-60A5-4C59-82BE-C047BC3F88AC}" type="presParOf" srcId="{0C06E32C-DCDD-452D-A9C5-34171E8B9AB3}" destId="{563A4D93-0CFD-424D-95E1-089442EF14EA}" srcOrd="0" destOrd="0" presId="urn:microsoft.com/office/officeart/2005/8/layout/orgChart1"/>
    <dgm:cxn modelId="{A965CD70-6500-4443-A065-1598A8CDC506}" type="presParOf" srcId="{0C06E32C-DCDD-452D-A9C5-34171E8B9AB3}" destId="{E68A1A6B-7075-4E4A-B2B6-E49A120A2D55}" srcOrd="1" destOrd="0" presId="urn:microsoft.com/office/officeart/2005/8/layout/orgChart1"/>
    <dgm:cxn modelId="{5C7FC3A3-B333-4BAF-B083-8134F51D61E4}" type="presParOf" srcId="{E68A1A6B-7075-4E4A-B2B6-E49A120A2D55}" destId="{4D3F2573-8783-48A0-A4EB-CCA07F326B73}" srcOrd="0" destOrd="0" presId="urn:microsoft.com/office/officeart/2005/8/layout/orgChart1"/>
    <dgm:cxn modelId="{0BC3F54F-7A19-47B3-8648-9670079EDC18}" type="presParOf" srcId="{4D3F2573-8783-48A0-A4EB-CCA07F326B73}" destId="{739021E2-6B2B-4223-9ACC-A91A6E202EAA}" srcOrd="0" destOrd="0" presId="urn:microsoft.com/office/officeart/2005/8/layout/orgChart1"/>
    <dgm:cxn modelId="{02DF8066-3982-429A-9E63-796604D20BAA}" type="presParOf" srcId="{4D3F2573-8783-48A0-A4EB-CCA07F326B73}" destId="{4E1DBF8C-6005-4B8F-92C6-7537BA232AD4}" srcOrd="1" destOrd="0" presId="urn:microsoft.com/office/officeart/2005/8/layout/orgChart1"/>
    <dgm:cxn modelId="{3D009ACE-AFEE-4458-AED7-E9CE340DB67A}" type="presParOf" srcId="{E68A1A6B-7075-4E4A-B2B6-E49A120A2D55}" destId="{BE68BFAF-0622-4DAD-9BFE-E0BD7203C7CA}" srcOrd="1" destOrd="0" presId="urn:microsoft.com/office/officeart/2005/8/layout/orgChart1"/>
    <dgm:cxn modelId="{A9BEE1F2-AC70-4461-BA9A-1C49B56E839F}" type="presParOf" srcId="{E68A1A6B-7075-4E4A-B2B6-E49A120A2D55}" destId="{410FADA7-5CCA-4A1F-AD57-3A8FF43153B0}" srcOrd="2" destOrd="0" presId="urn:microsoft.com/office/officeart/2005/8/layout/orgChart1"/>
    <dgm:cxn modelId="{6D1D42D5-FE85-46AF-B363-040444955881}" type="presParOf" srcId="{B7CA9F99-CDF1-4286-A969-1BE7BB68459E}" destId="{7412CD40-2C8D-4167-B821-2EC5AED5D994}" srcOrd="2" destOrd="0" presId="urn:microsoft.com/office/officeart/2005/8/layout/orgChart1"/>
    <dgm:cxn modelId="{82BA3691-66CA-443F-A1C9-40F46D7610B4}" type="presParOf" srcId="{7B70F40A-91CE-402B-8B0F-CC8F34ED03E4}" destId="{F300776A-C1D0-4980-9598-FF9A483F8183}" srcOrd="2" destOrd="0" presId="urn:microsoft.com/office/officeart/2005/8/layout/orgChart1"/>
    <dgm:cxn modelId="{951CCDF9-FBB5-478B-B973-B227AE89D26A}" type="presParOf" srcId="{B1C736E0-4A3F-49DB-832F-82D6E742DA3A}" destId="{45D25814-E3A6-40BE-8621-3EF24DF43E5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FABB3C-C2E9-4F02-8B70-68A1279CF68F}">
      <dsp:nvSpPr>
        <dsp:cNvPr id="0" name=""/>
        <dsp:cNvSpPr/>
      </dsp:nvSpPr>
      <dsp:spPr>
        <a:xfrm>
          <a:off x="2" y="0"/>
          <a:ext cx="10976423" cy="4715933"/>
        </a:xfrm>
        <a:prstGeom prst="rightArrow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14B0F7-E7AE-40FA-BFDE-7D4D7873FC48}">
      <dsp:nvSpPr>
        <dsp:cNvPr id="0" name=""/>
        <dsp:cNvSpPr/>
      </dsp:nvSpPr>
      <dsp:spPr>
        <a:xfrm>
          <a:off x="2143" y="1414779"/>
          <a:ext cx="1371517" cy="188637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69095" y="1481731"/>
        <a:ext cx="1237613" cy="1752469"/>
      </dsp:txXfrm>
    </dsp:sp>
    <dsp:sp modelId="{F98625EF-8304-4DAC-A797-74E158D85591}">
      <dsp:nvSpPr>
        <dsp:cNvPr id="0" name=""/>
        <dsp:cNvSpPr/>
      </dsp:nvSpPr>
      <dsp:spPr>
        <a:xfrm>
          <a:off x="1602247" y="1414779"/>
          <a:ext cx="1371517" cy="188637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1669199" y="1481731"/>
        <a:ext cx="1237613" cy="1752469"/>
      </dsp:txXfrm>
    </dsp:sp>
    <dsp:sp modelId="{3CA08A60-5C68-4C57-888E-869256DB3AD1}">
      <dsp:nvSpPr>
        <dsp:cNvPr id="0" name=""/>
        <dsp:cNvSpPr/>
      </dsp:nvSpPr>
      <dsp:spPr>
        <a:xfrm>
          <a:off x="3202351" y="1414779"/>
          <a:ext cx="1371517" cy="188637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3269303" y="1481731"/>
        <a:ext cx="1237613" cy="1752469"/>
      </dsp:txXfrm>
    </dsp:sp>
    <dsp:sp modelId="{9771EADD-80BF-4A45-AD8C-BEE9D6ABE208}">
      <dsp:nvSpPr>
        <dsp:cNvPr id="0" name=""/>
        <dsp:cNvSpPr/>
      </dsp:nvSpPr>
      <dsp:spPr>
        <a:xfrm>
          <a:off x="4802455" y="1414779"/>
          <a:ext cx="1371517" cy="188637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4869407" y="1481731"/>
        <a:ext cx="1237613" cy="1752469"/>
      </dsp:txXfrm>
    </dsp:sp>
    <dsp:sp modelId="{AB33251D-7F54-482B-A6EC-A9FC79060D7B}">
      <dsp:nvSpPr>
        <dsp:cNvPr id="0" name=""/>
        <dsp:cNvSpPr/>
      </dsp:nvSpPr>
      <dsp:spPr>
        <a:xfrm>
          <a:off x="6402559" y="1414779"/>
          <a:ext cx="1371517" cy="188637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6469511" y="1481731"/>
        <a:ext cx="1237613" cy="1752469"/>
      </dsp:txXfrm>
    </dsp:sp>
    <dsp:sp modelId="{5525B141-914F-475D-8106-22D829358371}">
      <dsp:nvSpPr>
        <dsp:cNvPr id="0" name=""/>
        <dsp:cNvSpPr/>
      </dsp:nvSpPr>
      <dsp:spPr>
        <a:xfrm>
          <a:off x="8002663" y="1414779"/>
          <a:ext cx="1371517" cy="188637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8069615" y="1481731"/>
        <a:ext cx="1237613" cy="1752469"/>
      </dsp:txXfrm>
    </dsp:sp>
    <dsp:sp modelId="{D592EDCF-BA59-4945-BD41-3F3C67A99524}">
      <dsp:nvSpPr>
        <dsp:cNvPr id="0" name=""/>
        <dsp:cNvSpPr/>
      </dsp:nvSpPr>
      <dsp:spPr>
        <a:xfrm>
          <a:off x="9602767" y="1414779"/>
          <a:ext cx="1371517" cy="188637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9669719" y="1481731"/>
        <a:ext cx="1237613" cy="17524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F442C2-0D42-4955-9E8B-8B5BB2156F3B}">
      <dsp:nvSpPr>
        <dsp:cNvPr id="0" name=""/>
        <dsp:cNvSpPr/>
      </dsp:nvSpPr>
      <dsp:spPr>
        <a:xfrm>
          <a:off x="7421235" y="2597759"/>
          <a:ext cx="91440" cy="215986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5986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D4D3BF-55F6-48C4-BD5A-3039426EB4ED}">
      <dsp:nvSpPr>
        <dsp:cNvPr id="0" name=""/>
        <dsp:cNvSpPr/>
      </dsp:nvSpPr>
      <dsp:spPr>
        <a:xfrm>
          <a:off x="7421235" y="2597759"/>
          <a:ext cx="91440" cy="12997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9978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3A4D93-0CFD-424D-95E1-089442EF14EA}">
      <dsp:nvSpPr>
        <dsp:cNvPr id="0" name=""/>
        <dsp:cNvSpPr/>
      </dsp:nvSpPr>
      <dsp:spPr>
        <a:xfrm>
          <a:off x="7421235" y="2597759"/>
          <a:ext cx="91440" cy="27553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553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69D7AD-F72F-4218-99F6-C5408F6CAE19}">
      <dsp:nvSpPr>
        <dsp:cNvPr id="0" name=""/>
        <dsp:cNvSpPr/>
      </dsp:nvSpPr>
      <dsp:spPr>
        <a:xfrm>
          <a:off x="7421235" y="1789565"/>
          <a:ext cx="91440" cy="14714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714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85C9F0-788F-4FE4-8F8A-07BFE651A144}">
      <dsp:nvSpPr>
        <dsp:cNvPr id="0" name=""/>
        <dsp:cNvSpPr/>
      </dsp:nvSpPr>
      <dsp:spPr>
        <a:xfrm>
          <a:off x="4698246" y="672022"/>
          <a:ext cx="2768708" cy="2672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427"/>
              </a:lnTo>
              <a:lnTo>
                <a:pt x="2768708" y="128427"/>
              </a:lnTo>
              <a:lnTo>
                <a:pt x="2768708" y="26724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D1E570-9DA3-42DB-9E6D-1E20D68FA7B2}">
      <dsp:nvSpPr>
        <dsp:cNvPr id="0" name=""/>
        <dsp:cNvSpPr/>
      </dsp:nvSpPr>
      <dsp:spPr>
        <a:xfrm>
          <a:off x="1029089" y="4476111"/>
          <a:ext cx="106481" cy="612032"/>
        </a:xfrm>
        <a:custGeom>
          <a:avLst/>
          <a:gdLst/>
          <a:ahLst/>
          <a:cxnLst/>
          <a:rect l="0" t="0" r="0" b="0"/>
          <a:pathLst>
            <a:path>
              <a:moveTo>
                <a:pt x="106481" y="0"/>
              </a:moveTo>
              <a:lnTo>
                <a:pt x="0" y="612032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339B72-A651-46BC-BD3B-A2BF0C716824}">
      <dsp:nvSpPr>
        <dsp:cNvPr id="0" name=""/>
        <dsp:cNvSpPr/>
      </dsp:nvSpPr>
      <dsp:spPr>
        <a:xfrm>
          <a:off x="1618686" y="3480967"/>
          <a:ext cx="91440" cy="2776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763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AC44D2-1590-4FFB-A25C-04E1BEA039E1}">
      <dsp:nvSpPr>
        <dsp:cNvPr id="0" name=""/>
        <dsp:cNvSpPr/>
      </dsp:nvSpPr>
      <dsp:spPr>
        <a:xfrm>
          <a:off x="1618686" y="2542284"/>
          <a:ext cx="91440" cy="2776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763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292C31-F646-498B-A8F5-5E2E6F492F55}">
      <dsp:nvSpPr>
        <dsp:cNvPr id="0" name=""/>
        <dsp:cNvSpPr/>
      </dsp:nvSpPr>
      <dsp:spPr>
        <a:xfrm>
          <a:off x="1618686" y="1603600"/>
          <a:ext cx="91440" cy="2776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763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256C76-518B-45F9-9EA0-3F02778912FA}">
      <dsp:nvSpPr>
        <dsp:cNvPr id="0" name=""/>
        <dsp:cNvSpPr/>
      </dsp:nvSpPr>
      <dsp:spPr>
        <a:xfrm>
          <a:off x="1664406" y="672022"/>
          <a:ext cx="3033839" cy="270532"/>
        </a:xfrm>
        <a:custGeom>
          <a:avLst/>
          <a:gdLst/>
          <a:ahLst/>
          <a:cxnLst/>
          <a:rect l="0" t="0" r="0" b="0"/>
          <a:pathLst>
            <a:path>
              <a:moveTo>
                <a:pt x="3033839" y="0"/>
              </a:moveTo>
              <a:lnTo>
                <a:pt x="3033839" y="131713"/>
              </a:lnTo>
              <a:lnTo>
                <a:pt x="0" y="131713"/>
              </a:lnTo>
              <a:lnTo>
                <a:pt x="0" y="27053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FBAD96-9A2F-49A5-9E11-7BBBF856557D}">
      <dsp:nvSpPr>
        <dsp:cNvPr id="0" name=""/>
        <dsp:cNvSpPr/>
      </dsp:nvSpPr>
      <dsp:spPr>
        <a:xfrm>
          <a:off x="4037201" y="10977"/>
          <a:ext cx="1322089" cy="6610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Machine stopped working</a:t>
          </a:r>
        </a:p>
      </dsp:txBody>
      <dsp:txXfrm>
        <a:off x="4037201" y="10977"/>
        <a:ext cx="1322089" cy="661044"/>
      </dsp:txXfrm>
    </dsp:sp>
    <dsp:sp modelId="{8FE6C161-384A-49C2-8E05-D34E4A719C3D}">
      <dsp:nvSpPr>
        <dsp:cNvPr id="0" name=""/>
        <dsp:cNvSpPr/>
      </dsp:nvSpPr>
      <dsp:spPr>
        <a:xfrm>
          <a:off x="1003362" y="942555"/>
          <a:ext cx="1322089" cy="6610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It overheated.</a:t>
          </a:r>
        </a:p>
      </dsp:txBody>
      <dsp:txXfrm>
        <a:off x="1003362" y="942555"/>
        <a:ext cx="1322089" cy="661044"/>
      </dsp:txXfrm>
    </dsp:sp>
    <dsp:sp modelId="{E15F2E3C-3E72-4BC2-BA53-716CDAFD0D01}">
      <dsp:nvSpPr>
        <dsp:cNvPr id="0" name=""/>
        <dsp:cNvSpPr/>
      </dsp:nvSpPr>
      <dsp:spPr>
        <a:xfrm>
          <a:off x="1003362" y="1881239"/>
          <a:ext cx="1322089" cy="6610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cooling system failed</a:t>
          </a:r>
        </a:p>
      </dsp:txBody>
      <dsp:txXfrm>
        <a:off x="1003362" y="1881239"/>
        <a:ext cx="1322089" cy="661044"/>
      </dsp:txXfrm>
    </dsp:sp>
    <dsp:sp modelId="{A1D011E8-F0EE-4668-8F0B-5D8D5A2498A1}">
      <dsp:nvSpPr>
        <dsp:cNvPr id="0" name=""/>
        <dsp:cNvSpPr/>
      </dsp:nvSpPr>
      <dsp:spPr>
        <a:xfrm>
          <a:off x="1003362" y="2819923"/>
          <a:ext cx="1322089" cy="6610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coolant pump was not working</a:t>
          </a:r>
        </a:p>
      </dsp:txBody>
      <dsp:txXfrm>
        <a:off x="1003362" y="2819923"/>
        <a:ext cx="1322089" cy="661044"/>
      </dsp:txXfrm>
    </dsp:sp>
    <dsp:sp modelId="{04E59E5A-2EB9-4330-BB8D-E964E321D56D}">
      <dsp:nvSpPr>
        <dsp:cNvPr id="0" name=""/>
        <dsp:cNvSpPr/>
      </dsp:nvSpPr>
      <dsp:spPr>
        <a:xfrm>
          <a:off x="1003362" y="3758606"/>
          <a:ext cx="1322089" cy="7175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It was no receiving power</a:t>
          </a:r>
        </a:p>
      </dsp:txBody>
      <dsp:txXfrm>
        <a:off x="1003362" y="3758606"/>
        <a:ext cx="1322089" cy="717504"/>
      </dsp:txXfrm>
    </dsp:sp>
    <dsp:sp modelId="{476D2A70-1347-4FE0-A8E8-DAE7339946E5}">
      <dsp:nvSpPr>
        <dsp:cNvPr id="0" name=""/>
        <dsp:cNvSpPr/>
      </dsp:nvSpPr>
      <dsp:spPr>
        <a:xfrm>
          <a:off x="1029089" y="4757622"/>
          <a:ext cx="1322089" cy="661044"/>
        </a:xfrm>
        <a:prstGeom prst="rect">
          <a:avLst/>
        </a:prstGeom>
        <a:solidFill>
          <a:srgbClr val="FFFF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fuse blew due to an electrical surge</a:t>
          </a:r>
        </a:p>
      </dsp:txBody>
      <dsp:txXfrm>
        <a:off x="1029089" y="4757622"/>
        <a:ext cx="1322089" cy="661044"/>
      </dsp:txXfrm>
    </dsp:sp>
    <dsp:sp modelId="{4D8AD786-48DE-43CB-93C7-FD50F36256C4}">
      <dsp:nvSpPr>
        <dsp:cNvPr id="0" name=""/>
        <dsp:cNvSpPr/>
      </dsp:nvSpPr>
      <dsp:spPr>
        <a:xfrm>
          <a:off x="6805910" y="939270"/>
          <a:ext cx="1322089" cy="85029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Operator noticed an usual noise &amp; stopped the machine</a:t>
          </a:r>
        </a:p>
      </dsp:txBody>
      <dsp:txXfrm>
        <a:off x="6805910" y="939270"/>
        <a:ext cx="1322089" cy="850295"/>
      </dsp:txXfrm>
    </dsp:sp>
    <dsp:sp modelId="{873D4F2A-F653-4056-A397-D778357C3F7F}">
      <dsp:nvSpPr>
        <dsp:cNvPr id="0" name=""/>
        <dsp:cNvSpPr/>
      </dsp:nvSpPr>
      <dsp:spPr>
        <a:xfrm>
          <a:off x="6805910" y="1936714"/>
          <a:ext cx="1322089" cy="661044"/>
        </a:xfrm>
        <a:prstGeom prst="rect">
          <a:avLst/>
        </a:prstGeom>
        <a:solidFill>
          <a:srgbClr val="FFFF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Component was loose</a:t>
          </a:r>
        </a:p>
      </dsp:txBody>
      <dsp:txXfrm>
        <a:off x="6805910" y="1936714"/>
        <a:ext cx="1322089" cy="661044"/>
      </dsp:txXfrm>
    </dsp:sp>
    <dsp:sp modelId="{739021E2-6B2B-4223-9ACC-A91A6E202EAA}">
      <dsp:nvSpPr>
        <dsp:cNvPr id="0" name=""/>
        <dsp:cNvSpPr/>
      </dsp:nvSpPr>
      <dsp:spPr>
        <a:xfrm>
          <a:off x="6805910" y="2873289"/>
          <a:ext cx="1322089" cy="6610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It was no properly secured during last maintenance</a:t>
          </a:r>
        </a:p>
      </dsp:txBody>
      <dsp:txXfrm>
        <a:off x="6805910" y="2873289"/>
        <a:ext cx="1322089" cy="661044"/>
      </dsp:txXfrm>
    </dsp:sp>
    <dsp:sp modelId="{F6460E43-93C7-4A8D-BAB8-2BC56353092D}">
      <dsp:nvSpPr>
        <dsp:cNvPr id="0" name=""/>
        <dsp:cNvSpPr/>
      </dsp:nvSpPr>
      <dsp:spPr>
        <a:xfrm>
          <a:off x="6805910" y="3897545"/>
          <a:ext cx="1322089" cy="6610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Maintenance procedure was not followed correctly</a:t>
          </a:r>
        </a:p>
      </dsp:txBody>
      <dsp:txXfrm>
        <a:off x="6805910" y="3897545"/>
        <a:ext cx="1322089" cy="661044"/>
      </dsp:txXfrm>
    </dsp:sp>
    <dsp:sp modelId="{994C32D0-1412-47B9-A5C9-74AF98FAB013}">
      <dsp:nvSpPr>
        <dsp:cNvPr id="0" name=""/>
        <dsp:cNvSpPr/>
      </dsp:nvSpPr>
      <dsp:spPr>
        <a:xfrm>
          <a:off x="6805910" y="4757622"/>
          <a:ext cx="1322089" cy="661044"/>
        </a:xfrm>
        <a:prstGeom prst="rect">
          <a:avLst/>
        </a:prstGeom>
        <a:solidFill>
          <a:srgbClr val="FFFF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Technician was not adequately trained</a:t>
          </a:r>
        </a:p>
      </dsp:txBody>
      <dsp:txXfrm>
        <a:off x="6805910" y="4757622"/>
        <a:ext cx="1322089" cy="6610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EF8473-C1A1-4942-AD28-2C40C4660526}">
      <dsp:nvSpPr>
        <dsp:cNvPr id="0" name=""/>
        <dsp:cNvSpPr/>
      </dsp:nvSpPr>
      <dsp:spPr>
        <a:xfrm>
          <a:off x="2926500" y="2542284"/>
          <a:ext cx="799864" cy="2776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819"/>
              </a:lnTo>
              <a:lnTo>
                <a:pt x="799864" y="138819"/>
              </a:lnTo>
              <a:lnTo>
                <a:pt x="799864" y="27763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D1E570-9DA3-42DB-9E6D-1E20D68FA7B2}">
      <dsp:nvSpPr>
        <dsp:cNvPr id="0" name=""/>
        <dsp:cNvSpPr/>
      </dsp:nvSpPr>
      <dsp:spPr>
        <a:xfrm>
          <a:off x="1491318" y="4476111"/>
          <a:ext cx="106481" cy="612032"/>
        </a:xfrm>
        <a:custGeom>
          <a:avLst/>
          <a:gdLst/>
          <a:ahLst/>
          <a:cxnLst/>
          <a:rect l="0" t="0" r="0" b="0"/>
          <a:pathLst>
            <a:path>
              <a:moveTo>
                <a:pt x="106481" y="0"/>
              </a:moveTo>
              <a:lnTo>
                <a:pt x="0" y="612032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339B72-A651-46BC-BD3B-A2BF0C716824}">
      <dsp:nvSpPr>
        <dsp:cNvPr id="0" name=""/>
        <dsp:cNvSpPr/>
      </dsp:nvSpPr>
      <dsp:spPr>
        <a:xfrm>
          <a:off x="2080915" y="3480967"/>
          <a:ext cx="91440" cy="2776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763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AC44D2-1590-4FFB-A25C-04E1BEA039E1}">
      <dsp:nvSpPr>
        <dsp:cNvPr id="0" name=""/>
        <dsp:cNvSpPr/>
      </dsp:nvSpPr>
      <dsp:spPr>
        <a:xfrm>
          <a:off x="2126635" y="2542284"/>
          <a:ext cx="799864" cy="277638"/>
        </a:xfrm>
        <a:custGeom>
          <a:avLst/>
          <a:gdLst/>
          <a:ahLst/>
          <a:cxnLst/>
          <a:rect l="0" t="0" r="0" b="0"/>
          <a:pathLst>
            <a:path>
              <a:moveTo>
                <a:pt x="799864" y="0"/>
              </a:moveTo>
              <a:lnTo>
                <a:pt x="799864" y="138819"/>
              </a:lnTo>
              <a:lnTo>
                <a:pt x="0" y="138819"/>
              </a:lnTo>
              <a:lnTo>
                <a:pt x="0" y="27763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292C31-F646-498B-A8F5-5E2E6F492F55}">
      <dsp:nvSpPr>
        <dsp:cNvPr id="0" name=""/>
        <dsp:cNvSpPr/>
      </dsp:nvSpPr>
      <dsp:spPr>
        <a:xfrm>
          <a:off x="2880780" y="1603600"/>
          <a:ext cx="91440" cy="2776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763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256C76-518B-45F9-9EA0-3F02778912FA}">
      <dsp:nvSpPr>
        <dsp:cNvPr id="0" name=""/>
        <dsp:cNvSpPr/>
      </dsp:nvSpPr>
      <dsp:spPr>
        <a:xfrm>
          <a:off x="2878030" y="661044"/>
          <a:ext cx="91440" cy="2815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2691"/>
              </a:lnTo>
              <a:lnTo>
                <a:pt x="48469" y="142691"/>
              </a:lnTo>
              <a:lnTo>
                <a:pt x="48469" y="28151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FBAD96-9A2F-49A5-9E11-7BBBF856557D}">
      <dsp:nvSpPr>
        <dsp:cNvPr id="0" name=""/>
        <dsp:cNvSpPr/>
      </dsp:nvSpPr>
      <dsp:spPr>
        <a:xfrm>
          <a:off x="2262705" y="0"/>
          <a:ext cx="1322089" cy="6610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Car won’t start</a:t>
          </a:r>
        </a:p>
      </dsp:txBody>
      <dsp:txXfrm>
        <a:off x="2262705" y="0"/>
        <a:ext cx="1322089" cy="661044"/>
      </dsp:txXfrm>
    </dsp:sp>
    <dsp:sp modelId="{8FE6C161-384A-49C2-8E05-D34E4A719C3D}">
      <dsp:nvSpPr>
        <dsp:cNvPr id="0" name=""/>
        <dsp:cNvSpPr/>
      </dsp:nvSpPr>
      <dsp:spPr>
        <a:xfrm>
          <a:off x="2265455" y="942555"/>
          <a:ext cx="1322089" cy="661044"/>
        </a:xfrm>
        <a:prstGeom prst="rect">
          <a:avLst/>
        </a:prstGeom>
        <a:solidFill>
          <a:srgbClr val="FFFF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battery is dead</a:t>
          </a:r>
        </a:p>
      </dsp:txBody>
      <dsp:txXfrm>
        <a:off x="2265455" y="942555"/>
        <a:ext cx="1322089" cy="661044"/>
      </dsp:txXfrm>
    </dsp:sp>
    <dsp:sp modelId="{E15F2E3C-3E72-4BC2-BA53-716CDAFD0D01}">
      <dsp:nvSpPr>
        <dsp:cNvPr id="0" name=""/>
        <dsp:cNvSpPr/>
      </dsp:nvSpPr>
      <dsp:spPr>
        <a:xfrm>
          <a:off x="2265455" y="1881239"/>
          <a:ext cx="1322089" cy="6610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headlights were left on overnight</a:t>
          </a:r>
        </a:p>
      </dsp:txBody>
      <dsp:txXfrm>
        <a:off x="2265455" y="1881239"/>
        <a:ext cx="1322089" cy="661044"/>
      </dsp:txXfrm>
    </dsp:sp>
    <dsp:sp modelId="{A1D011E8-F0EE-4668-8F0B-5D8D5A2498A1}">
      <dsp:nvSpPr>
        <dsp:cNvPr id="0" name=""/>
        <dsp:cNvSpPr/>
      </dsp:nvSpPr>
      <dsp:spPr>
        <a:xfrm>
          <a:off x="1465591" y="2819923"/>
          <a:ext cx="1322089" cy="6610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automatic shut-off feature didn’t work</a:t>
          </a:r>
        </a:p>
      </dsp:txBody>
      <dsp:txXfrm>
        <a:off x="1465591" y="2819923"/>
        <a:ext cx="1322089" cy="661044"/>
      </dsp:txXfrm>
    </dsp:sp>
    <dsp:sp modelId="{04E59E5A-2EB9-4330-BB8D-E964E321D56D}">
      <dsp:nvSpPr>
        <dsp:cNvPr id="0" name=""/>
        <dsp:cNvSpPr/>
      </dsp:nvSpPr>
      <dsp:spPr>
        <a:xfrm>
          <a:off x="1465591" y="3758606"/>
          <a:ext cx="1322089" cy="717504"/>
        </a:xfrm>
        <a:prstGeom prst="rect">
          <a:avLst/>
        </a:prstGeom>
        <a:solidFill>
          <a:srgbClr val="FFFF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sensor faulty</a:t>
          </a:r>
        </a:p>
      </dsp:txBody>
      <dsp:txXfrm>
        <a:off x="1465591" y="3758606"/>
        <a:ext cx="1322089" cy="717504"/>
      </dsp:txXfrm>
    </dsp:sp>
    <dsp:sp modelId="{476D2A70-1347-4FE0-A8E8-DAE7339946E5}">
      <dsp:nvSpPr>
        <dsp:cNvPr id="0" name=""/>
        <dsp:cNvSpPr/>
      </dsp:nvSpPr>
      <dsp:spPr>
        <a:xfrm>
          <a:off x="1491318" y="4757622"/>
          <a:ext cx="1322089" cy="661044"/>
        </a:xfrm>
        <a:prstGeom prst="rect">
          <a:avLst/>
        </a:prstGeom>
        <a:solidFill>
          <a:srgbClr val="FFFF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No replace new one even showing signs of wear</a:t>
          </a:r>
        </a:p>
      </dsp:txBody>
      <dsp:txXfrm>
        <a:off x="1491318" y="4757622"/>
        <a:ext cx="1322089" cy="661044"/>
      </dsp:txXfrm>
    </dsp:sp>
    <dsp:sp modelId="{5231247A-ACAD-48DC-9D12-C40825BE93BE}">
      <dsp:nvSpPr>
        <dsp:cNvPr id="0" name=""/>
        <dsp:cNvSpPr/>
      </dsp:nvSpPr>
      <dsp:spPr>
        <a:xfrm>
          <a:off x="3065319" y="2819923"/>
          <a:ext cx="1322089" cy="661044"/>
        </a:xfrm>
        <a:prstGeom prst="rect">
          <a:avLst/>
        </a:prstGeom>
        <a:solidFill>
          <a:srgbClr val="FFFF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Driver forgot to turn them off</a:t>
          </a:r>
        </a:p>
      </dsp:txBody>
      <dsp:txXfrm>
        <a:off x="3065319" y="2819923"/>
        <a:ext cx="1322089" cy="661044"/>
      </dsp:txXfrm>
    </dsp:sp>
    <dsp:sp modelId="{849A4C95-28EF-486F-925E-E89E8082FAFB}">
      <dsp:nvSpPr>
        <dsp:cNvPr id="0" name=""/>
        <dsp:cNvSpPr/>
      </dsp:nvSpPr>
      <dsp:spPr>
        <a:xfrm>
          <a:off x="3128079" y="3746701"/>
          <a:ext cx="1259792" cy="7175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They were in a hurry</a:t>
          </a:r>
        </a:p>
      </dsp:txBody>
      <dsp:txXfrm>
        <a:off x="3128079" y="3746701"/>
        <a:ext cx="1259792" cy="717504"/>
      </dsp:txXfrm>
    </dsp:sp>
    <dsp:sp modelId="{C441C905-82AF-4883-84B4-3490C44FD76A}">
      <dsp:nvSpPr>
        <dsp:cNvPr id="0" name=""/>
        <dsp:cNvSpPr/>
      </dsp:nvSpPr>
      <dsp:spPr>
        <a:xfrm>
          <a:off x="3156570" y="4802000"/>
          <a:ext cx="1259792" cy="5158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They were running late for appointment</a:t>
          </a:r>
        </a:p>
      </dsp:txBody>
      <dsp:txXfrm>
        <a:off x="3156570" y="4802000"/>
        <a:ext cx="1259792" cy="5158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04D0E1-B530-427B-8AB4-6D8DDA9377FC}">
      <dsp:nvSpPr>
        <dsp:cNvPr id="0" name=""/>
        <dsp:cNvSpPr/>
      </dsp:nvSpPr>
      <dsp:spPr>
        <a:xfrm>
          <a:off x="9561190" y="2215044"/>
          <a:ext cx="91440" cy="2420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0DAB45-3490-425F-BAB4-AA1B1BD19535}">
      <dsp:nvSpPr>
        <dsp:cNvPr id="0" name=""/>
        <dsp:cNvSpPr/>
      </dsp:nvSpPr>
      <dsp:spPr>
        <a:xfrm>
          <a:off x="8909459" y="1396547"/>
          <a:ext cx="697451" cy="2420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045"/>
              </a:lnTo>
              <a:lnTo>
                <a:pt x="697451" y="121045"/>
              </a:lnTo>
              <a:lnTo>
                <a:pt x="697451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863A9C-3731-4569-B396-3A6DA81285C0}">
      <dsp:nvSpPr>
        <dsp:cNvPr id="0" name=""/>
        <dsp:cNvSpPr/>
      </dsp:nvSpPr>
      <dsp:spPr>
        <a:xfrm>
          <a:off x="8166287" y="2215044"/>
          <a:ext cx="91440" cy="2420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8C8400-436C-49CF-8F75-184EAF1BEE2F}">
      <dsp:nvSpPr>
        <dsp:cNvPr id="0" name=""/>
        <dsp:cNvSpPr/>
      </dsp:nvSpPr>
      <dsp:spPr>
        <a:xfrm>
          <a:off x="8212007" y="1396547"/>
          <a:ext cx="697451" cy="242090"/>
        </a:xfrm>
        <a:custGeom>
          <a:avLst/>
          <a:gdLst/>
          <a:ahLst/>
          <a:cxnLst/>
          <a:rect l="0" t="0" r="0" b="0"/>
          <a:pathLst>
            <a:path>
              <a:moveTo>
                <a:pt x="697451" y="0"/>
              </a:moveTo>
              <a:lnTo>
                <a:pt x="697451" y="121045"/>
              </a:lnTo>
              <a:lnTo>
                <a:pt x="0" y="121045"/>
              </a:lnTo>
              <a:lnTo>
                <a:pt x="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FCB148-B87B-4CBA-AE16-1664B3753871}">
      <dsp:nvSpPr>
        <dsp:cNvPr id="0" name=""/>
        <dsp:cNvSpPr/>
      </dsp:nvSpPr>
      <dsp:spPr>
        <a:xfrm>
          <a:off x="6991468" y="578051"/>
          <a:ext cx="1917990" cy="2420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045"/>
              </a:lnTo>
              <a:lnTo>
                <a:pt x="1917990" y="121045"/>
              </a:lnTo>
              <a:lnTo>
                <a:pt x="191799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509E65-F039-4C13-B875-306840C19611}">
      <dsp:nvSpPr>
        <dsp:cNvPr id="0" name=""/>
        <dsp:cNvSpPr/>
      </dsp:nvSpPr>
      <dsp:spPr>
        <a:xfrm>
          <a:off x="6771385" y="3852036"/>
          <a:ext cx="91440" cy="2420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8F3D11-BD65-420D-968A-D5EAD368BD19}">
      <dsp:nvSpPr>
        <dsp:cNvPr id="0" name=""/>
        <dsp:cNvSpPr/>
      </dsp:nvSpPr>
      <dsp:spPr>
        <a:xfrm>
          <a:off x="6771385" y="3033540"/>
          <a:ext cx="91440" cy="2420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34A567-B695-4AFC-90BB-2C4B7B898D43}">
      <dsp:nvSpPr>
        <dsp:cNvPr id="0" name=""/>
        <dsp:cNvSpPr/>
      </dsp:nvSpPr>
      <dsp:spPr>
        <a:xfrm>
          <a:off x="6771385" y="2215044"/>
          <a:ext cx="91440" cy="2420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356816-3C50-4602-827E-5CA428897287}">
      <dsp:nvSpPr>
        <dsp:cNvPr id="0" name=""/>
        <dsp:cNvSpPr/>
      </dsp:nvSpPr>
      <dsp:spPr>
        <a:xfrm>
          <a:off x="5073477" y="1396547"/>
          <a:ext cx="1743627" cy="2420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045"/>
              </a:lnTo>
              <a:lnTo>
                <a:pt x="1743627" y="121045"/>
              </a:lnTo>
              <a:lnTo>
                <a:pt x="1743627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22148B-E4B5-452F-B9C7-B2DB503F0456}">
      <dsp:nvSpPr>
        <dsp:cNvPr id="0" name=""/>
        <dsp:cNvSpPr/>
      </dsp:nvSpPr>
      <dsp:spPr>
        <a:xfrm>
          <a:off x="5376483" y="3852036"/>
          <a:ext cx="91440" cy="2420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CB652D-6715-4807-AE65-B68548F10976}">
      <dsp:nvSpPr>
        <dsp:cNvPr id="0" name=""/>
        <dsp:cNvSpPr/>
      </dsp:nvSpPr>
      <dsp:spPr>
        <a:xfrm>
          <a:off x="5376483" y="3033540"/>
          <a:ext cx="91440" cy="2420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A78348-8B9A-4A6F-9880-517E0A99CFF6}">
      <dsp:nvSpPr>
        <dsp:cNvPr id="0" name=""/>
        <dsp:cNvSpPr/>
      </dsp:nvSpPr>
      <dsp:spPr>
        <a:xfrm>
          <a:off x="4724752" y="2215044"/>
          <a:ext cx="697451" cy="2420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045"/>
              </a:lnTo>
              <a:lnTo>
                <a:pt x="697451" y="121045"/>
              </a:lnTo>
              <a:lnTo>
                <a:pt x="697451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45E270-CEDC-4CCD-851F-D81D0A7EEB2F}">
      <dsp:nvSpPr>
        <dsp:cNvPr id="0" name=""/>
        <dsp:cNvSpPr/>
      </dsp:nvSpPr>
      <dsp:spPr>
        <a:xfrm>
          <a:off x="3981580" y="4670533"/>
          <a:ext cx="91440" cy="2420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B7387C-9CE8-4ABC-A6E6-539848473D63}">
      <dsp:nvSpPr>
        <dsp:cNvPr id="0" name=""/>
        <dsp:cNvSpPr/>
      </dsp:nvSpPr>
      <dsp:spPr>
        <a:xfrm>
          <a:off x="3981580" y="3852036"/>
          <a:ext cx="91440" cy="2420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9835A3-AE65-4701-B0C9-CFFA0D75A629}">
      <dsp:nvSpPr>
        <dsp:cNvPr id="0" name=""/>
        <dsp:cNvSpPr/>
      </dsp:nvSpPr>
      <dsp:spPr>
        <a:xfrm>
          <a:off x="3981580" y="3033540"/>
          <a:ext cx="91440" cy="2420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586D41-911E-49E6-814C-ABA75E38E1DE}">
      <dsp:nvSpPr>
        <dsp:cNvPr id="0" name=""/>
        <dsp:cNvSpPr/>
      </dsp:nvSpPr>
      <dsp:spPr>
        <a:xfrm>
          <a:off x="4027300" y="2215044"/>
          <a:ext cx="697451" cy="242090"/>
        </a:xfrm>
        <a:custGeom>
          <a:avLst/>
          <a:gdLst/>
          <a:ahLst/>
          <a:cxnLst/>
          <a:rect l="0" t="0" r="0" b="0"/>
          <a:pathLst>
            <a:path>
              <a:moveTo>
                <a:pt x="697451" y="0"/>
              </a:moveTo>
              <a:lnTo>
                <a:pt x="697451" y="121045"/>
              </a:lnTo>
              <a:lnTo>
                <a:pt x="0" y="121045"/>
              </a:lnTo>
              <a:lnTo>
                <a:pt x="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19042E-6AED-4A3B-8E17-D75810D75D04}">
      <dsp:nvSpPr>
        <dsp:cNvPr id="0" name=""/>
        <dsp:cNvSpPr/>
      </dsp:nvSpPr>
      <dsp:spPr>
        <a:xfrm>
          <a:off x="4724752" y="1396547"/>
          <a:ext cx="348725" cy="242090"/>
        </a:xfrm>
        <a:custGeom>
          <a:avLst/>
          <a:gdLst/>
          <a:ahLst/>
          <a:cxnLst/>
          <a:rect l="0" t="0" r="0" b="0"/>
          <a:pathLst>
            <a:path>
              <a:moveTo>
                <a:pt x="348725" y="0"/>
              </a:moveTo>
              <a:lnTo>
                <a:pt x="348725" y="121045"/>
              </a:lnTo>
              <a:lnTo>
                <a:pt x="0" y="121045"/>
              </a:lnTo>
              <a:lnTo>
                <a:pt x="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1966B0-5ED2-4A45-A8DC-8552CD8BBB05}">
      <dsp:nvSpPr>
        <dsp:cNvPr id="0" name=""/>
        <dsp:cNvSpPr/>
      </dsp:nvSpPr>
      <dsp:spPr>
        <a:xfrm>
          <a:off x="3329849" y="1396547"/>
          <a:ext cx="1743627" cy="242090"/>
        </a:xfrm>
        <a:custGeom>
          <a:avLst/>
          <a:gdLst/>
          <a:ahLst/>
          <a:cxnLst/>
          <a:rect l="0" t="0" r="0" b="0"/>
          <a:pathLst>
            <a:path>
              <a:moveTo>
                <a:pt x="1743627" y="0"/>
              </a:moveTo>
              <a:lnTo>
                <a:pt x="1743627" y="121045"/>
              </a:lnTo>
              <a:lnTo>
                <a:pt x="0" y="121045"/>
              </a:lnTo>
              <a:lnTo>
                <a:pt x="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E3EBE1-DFE9-484D-A96D-47762ACA20E6}">
      <dsp:nvSpPr>
        <dsp:cNvPr id="0" name=""/>
        <dsp:cNvSpPr/>
      </dsp:nvSpPr>
      <dsp:spPr>
        <a:xfrm>
          <a:off x="5073477" y="578051"/>
          <a:ext cx="1917990" cy="242090"/>
        </a:xfrm>
        <a:custGeom>
          <a:avLst/>
          <a:gdLst/>
          <a:ahLst/>
          <a:cxnLst/>
          <a:rect l="0" t="0" r="0" b="0"/>
          <a:pathLst>
            <a:path>
              <a:moveTo>
                <a:pt x="1917990" y="0"/>
              </a:moveTo>
              <a:lnTo>
                <a:pt x="1917990" y="121045"/>
              </a:lnTo>
              <a:lnTo>
                <a:pt x="0" y="121045"/>
              </a:lnTo>
              <a:lnTo>
                <a:pt x="0" y="242090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3E600C-EC5C-448F-B810-75CDE551E689}">
      <dsp:nvSpPr>
        <dsp:cNvPr id="0" name=""/>
        <dsp:cNvSpPr/>
      </dsp:nvSpPr>
      <dsp:spPr>
        <a:xfrm>
          <a:off x="6415062" y="1645"/>
          <a:ext cx="1152811" cy="576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Burr</a:t>
          </a:r>
        </a:p>
      </dsp:txBody>
      <dsp:txXfrm>
        <a:off x="6415062" y="1645"/>
        <a:ext cx="1152811" cy="576405"/>
      </dsp:txXfrm>
    </dsp:sp>
    <dsp:sp modelId="{D1A74ECA-7687-4743-BD08-2F160187764E}">
      <dsp:nvSpPr>
        <dsp:cNvPr id="0" name=""/>
        <dsp:cNvSpPr/>
      </dsp:nvSpPr>
      <dsp:spPr>
        <a:xfrm>
          <a:off x="4497071" y="820141"/>
          <a:ext cx="1152811" cy="576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2</a:t>
          </a:r>
          <a:r>
            <a:rPr lang="en-US" sz="900" kern="1200" baseline="30000" dirty="0"/>
            <a:t>nd</a:t>
          </a:r>
          <a:r>
            <a:rPr lang="en-US" sz="900" kern="1200" dirty="0"/>
            <a:t> machining is not in ideal condition</a:t>
          </a:r>
        </a:p>
      </dsp:txBody>
      <dsp:txXfrm>
        <a:off x="4497071" y="820141"/>
        <a:ext cx="1152811" cy="576405"/>
      </dsp:txXfrm>
    </dsp:sp>
    <dsp:sp modelId="{1D8242CA-DCD7-484C-89AA-EC6EB4EDA8DD}">
      <dsp:nvSpPr>
        <dsp:cNvPr id="0" name=""/>
        <dsp:cNvSpPr/>
      </dsp:nvSpPr>
      <dsp:spPr>
        <a:xfrm>
          <a:off x="2753443" y="1638638"/>
          <a:ext cx="1152811" cy="576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❺The cutting speed is not follow MSPE original setting</a:t>
          </a:r>
        </a:p>
      </dsp:txBody>
      <dsp:txXfrm>
        <a:off x="2753443" y="1638638"/>
        <a:ext cx="1152811" cy="576405"/>
      </dsp:txXfrm>
    </dsp:sp>
    <dsp:sp modelId="{FFEBF497-0466-4804-BFE1-6ECF5CB96E8C}">
      <dsp:nvSpPr>
        <dsp:cNvPr id="0" name=""/>
        <dsp:cNvSpPr/>
      </dsp:nvSpPr>
      <dsp:spPr>
        <a:xfrm>
          <a:off x="4148346" y="1638638"/>
          <a:ext cx="1152811" cy="576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❹The feed rate is not follow MSPE original setting</a:t>
          </a:r>
        </a:p>
      </dsp:txBody>
      <dsp:txXfrm>
        <a:off x="4148346" y="1638638"/>
        <a:ext cx="1152811" cy="576405"/>
      </dsp:txXfrm>
    </dsp:sp>
    <dsp:sp modelId="{ECBE314C-105E-4DD5-87D7-6E01BD2D48B0}">
      <dsp:nvSpPr>
        <dsp:cNvPr id="0" name=""/>
        <dsp:cNvSpPr/>
      </dsp:nvSpPr>
      <dsp:spPr>
        <a:xfrm>
          <a:off x="3450894" y="2457134"/>
          <a:ext cx="1152811" cy="576405"/>
        </a:xfrm>
        <a:prstGeom prst="rect">
          <a:avLst/>
        </a:prstGeom>
        <a:solidFill>
          <a:srgbClr val="FFFF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Operator accidentally adjust the manual knob(override) during 5S</a:t>
          </a:r>
        </a:p>
      </dsp:txBody>
      <dsp:txXfrm>
        <a:off x="3450894" y="2457134"/>
        <a:ext cx="1152811" cy="576405"/>
      </dsp:txXfrm>
    </dsp:sp>
    <dsp:sp modelId="{4BB1845B-79B3-4A57-903D-38D708953DFB}">
      <dsp:nvSpPr>
        <dsp:cNvPr id="0" name=""/>
        <dsp:cNvSpPr/>
      </dsp:nvSpPr>
      <dsp:spPr>
        <a:xfrm>
          <a:off x="3450894" y="3275630"/>
          <a:ext cx="1152811" cy="576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Operator doesn’t know the knob function/importance</a:t>
          </a:r>
        </a:p>
      </dsp:txBody>
      <dsp:txXfrm>
        <a:off x="3450894" y="3275630"/>
        <a:ext cx="1152811" cy="576405"/>
      </dsp:txXfrm>
    </dsp:sp>
    <dsp:sp modelId="{F548A16A-F930-4E32-907F-267FDA95B4A2}">
      <dsp:nvSpPr>
        <dsp:cNvPr id="0" name=""/>
        <dsp:cNvSpPr/>
      </dsp:nvSpPr>
      <dsp:spPr>
        <a:xfrm>
          <a:off x="3450894" y="4094127"/>
          <a:ext cx="1152811" cy="576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There is insufficient training/knowledge on the CNC machine for operator</a:t>
          </a:r>
        </a:p>
      </dsp:txBody>
      <dsp:txXfrm>
        <a:off x="3450894" y="4094127"/>
        <a:ext cx="1152811" cy="576405"/>
      </dsp:txXfrm>
    </dsp:sp>
    <dsp:sp modelId="{BF2022DF-DB40-4567-9271-D18BB187AD27}">
      <dsp:nvSpPr>
        <dsp:cNvPr id="0" name=""/>
        <dsp:cNvSpPr/>
      </dsp:nvSpPr>
      <dsp:spPr>
        <a:xfrm>
          <a:off x="3450894" y="4912623"/>
          <a:ext cx="1152811" cy="576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There is no training content/evaluation on 2</a:t>
          </a:r>
          <a:r>
            <a:rPr lang="en-US" sz="900" kern="1200" baseline="30000" dirty="0"/>
            <a:t>nd</a:t>
          </a:r>
          <a:r>
            <a:rPr lang="en-US" sz="900" kern="1200" dirty="0"/>
            <a:t> machining process</a:t>
          </a:r>
        </a:p>
      </dsp:txBody>
      <dsp:txXfrm>
        <a:off x="3450894" y="4912623"/>
        <a:ext cx="1152811" cy="576405"/>
      </dsp:txXfrm>
    </dsp:sp>
    <dsp:sp modelId="{6DEE384E-120D-42D7-A822-A0E70C06B5B8}">
      <dsp:nvSpPr>
        <dsp:cNvPr id="0" name=""/>
        <dsp:cNvSpPr/>
      </dsp:nvSpPr>
      <dsp:spPr>
        <a:xfrm>
          <a:off x="4845797" y="2457134"/>
          <a:ext cx="1152811" cy="576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Technician doesn’t know the feed rate setting</a:t>
          </a:r>
        </a:p>
      </dsp:txBody>
      <dsp:txXfrm>
        <a:off x="4845797" y="2457134"/>
        <a:ext cx="1152811" cy="576405"/>
      </dsp:txXfrm>
    </dsp:sp>
    <dsp:sp modelId="{CEA09B43-C6C4-418B-B871-35C3BA7EFBF6}">
      <dsp:nvSpPr>
        <dsp:cNvPr id="0" name=""/>
        <dsp:cNvSpPr/>
      </dsp:nvSpPr>
      <dsp:spPr>
        <a:xfrm>
          <a:off x="4845797" y="3275630"/>
          <a:ext cx="1152811" cy="576405"/>
        </a:xfrm>
        <a:prstGeom prst="rect">
          <a:avLst/>
        </a:prstGeom>
        <a:solidFill>
          <a:srgbClr val="FFFF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There is no SOP to mention 2</a:t>
          </a:r>
          <a:r>
            <a:rPr lang="en-US" sz="900" kern="1200" baseline="30000" dirty="0"/>
            <a:t>nd</a:t>
          </a:r>
          <a:r>
            <a:rPr lang="en-US" sz="900" kern="1200" dirty="0"/>
            <a:t> machining setup</a:t>
          </a:r>
        </a:p>
      </dsp:txBody>
      <dsp:txXfrm>
        <a:off x="4845797" y="3275630"/>
        <a:ext cx="1152811" cy="576405"/>
      </dsp:txXfrm>
    </dsp:sp>
    <dsp:sp modelId="{05BC681A-D8C5-444E-B742-45E8F7D66B9B}">
      <dsp:nvSpPr>
        <dsp:cNvPr id="0" name=""/>
        <dsp:cNvSpPr/>
      </dsp:nvSpPr>
      <dsp:spPr>
        <a:xfrm>
          <a:off x="4845797" y="4094127"/>
          <a:ext cx="1152811" cy="576405"/>
        </a:xfrm>
        <a:prstGeom prst="rect">
          <a:avLst/>
        </a:prstGeom>
        <a:solidFill>
          <a:srgbClr val="FFFF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There is no procedure for MSPE to give SOP when transfer process</a:t>
          </a:r>
        </a:p>
      </dsp:txBody>
      <dsp:txXfrm>
        <a:off x="4845797" y="4094127"/>
        <a:ext cx="1152811" cy="576405"/>
      </dsp:txXfrm>
    </dsp:sp>
    <dsp:sp modelId="{64F1B0A2-D513-4609-B94F-318153847971}">
      <dsp:nvSpPr>
        <dsp:cNvPr id="0" name=""/>
        <dsp:cNvSpPr/>
      </dsp:nvSpPr>
      <dsp:spPr>
        <a:xfrm>
          <a:off x="6240699" y="1638638"/>
          <a:ext cx="1152811" cy="576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❸The cutter is blunt</a:t>
          </a:r>
        </a:p>
      </dsp:txBody>
      <dsp:txXfrm>
        <a:off x="6240699" y="1638638"/>
        <a:ext cx="1152811" cy="576405"/>
      </dsp:txXfrm>
    </dsp:sp>
    <dsp:sp modelId="{29391FFD-AEFE-4AD2-B153-244FA3A20D59}">
      <dsp:nvSpPr>
        <dsp:cNvPr id="0" name=""/>
        <dsp:cNvSpPr/>
      </dsp:nvSpPr>
      <dsp:spPr>
        <a:xfrm>
          <a:off x="6240699" y="2457134"/>
          <a:ext cx="1152811" cy="576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cutter is used over tool life</a:t>
          </a:r>
        </a:p>
      </dsp:txBody>
      <dsp:txXfrm>
        <a:off x="6240699" y="2457134"/>
        <a:ext cx="1152811" cy="576405"/>
      </dsp:txXfrm>
    </dsp:sp>
    <dsp:sp modelId="{C78C5C8B-FEFC-4E4E-A3A9-62C6CF4D8F50}">
      <dsp:nvSpPr>
        <dsp:cNvPr id="0" name=""/>
        <dsp:cNvSpPr/>
      </dsp:nvSpPr>
      <dsp:spPr>
        <a:xfrm>
          <a:off x="6240699" y="3275630"/>
          <a:ext cx="1152811" cy="576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cutter purchase is not enough to cover production need</a:t>
          </a:r>
        </a:p>
      </dsp:txBody>
      <dsp:txXfrm>
        <a:off x="6240699" y="3275630"/>
        <a:ext cx="1152811" cy="576405"/>
      </dsp:txXfrm>
    </dsp:sp>
    <dsp:sp modelId="{93B0C988-C7D4-46EE-AA63-AC78AE4E5E5E}">
      <dsp:nvSpPr>
        <dsp:cNvPr id="0" name=""/>
        <dsp:cNvSpPr/>
      </dsp:nvSpPr>
      <dsp:spPr>
        <a:xfrm>
          <a:off x="6240699" y="4094127"/>
          <a:ext cx="1152811" cy="576405"/>
        </a:xfrm>
        <a:prstGeom prst="rect">
          <a:avLst/>
        </a:prstGeom>
        <a:solidFill>
          <a:srgbClr val="FFFF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There is no good system to monitor cutter change</a:t>
          </a:r>
        </a:p>
      </dsp:txBody>
      <dsp:txXfrm>
        <a:off x="6240699" y="4094127"/>
        <a:ext cx="1152811" cy="576405"/>
      </dsp:txXfrm>
    </dsp:sp>
    <dsp:sp modelId="{BB356D03-0473-473A-AA21-68EACEC8EA0B}">
      <dsp:nvSpPr>
        <dsp:cNvPr id="0" name=""/>
        <dsp:cNvSpPr/>
      </dsp:nvSpPr>
      <dsp:spPr>
        <a:xfrm>
          <a:off x="8333053" y="820141"/>
          <a:ext cx="1152811" cy="576405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deburring process is not effective</a:t>
          </a:r>
        </a:p>
      </dsp:txBody>
      <dsp:txXfrm>
        <a:off x="8333053" y="820141"/>
        <a:ext cx="1152811" cy="576405"/>
      </dsp:txXfrm>
    </dsp:sp>
    <dsp:sp modelId="{163520D1-F5C5-42CE-AC3F-E99395815B54}">
      <dsp:nvSpPr>
        <dsp:cNvPr id="0" name=""/>
        <dsp:cNvSpPr/>
      </dsp:nvSpPr>
      <dsp:spPr>
        <a:xfrm>
          <a:off x="7635602" y="1638638"/>
          <a:ext cx="1152811" cy="576405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❶The operator has poor deburring skill(don’t know target area) </a:t>
          </a:r>
        </a:p>
      </dsp:txBody>
      <dsp:txXfrm>
        <a:off x="7635602" y="1638638"/>
        <a:ext cx="1152811" cy="576405"/>
      </dsp:txXfrm>
    </dsp:sp>
    <dsp:sp modelId="{CF059E02-8E8F-43A3-AE27-8269B4559480}">
      <dsp:nvSpPr>
        <dsp:cNvPr id="0" name=""/>
        <dsp:cNvSpPr/>
      </dsp:nvSpPr>
      <dsp:spPr>
        <a:xfrm>
          <a:off x="7635602" y="2457134"/>
          <a:ext cx="1152811" cy="576405"/>
        </a:xfrm>
        <a:prstGeom prst="rect">
          <a:avLst/>
        </a:prstGeom>
        <a:solidFill>
          <a:srgbClr val="FFFF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There is no clear instruction in WI/PCP</a:t>
          </a:r>
        </a:p>
      </dsp:txBody>
      <dsp:txXfrm>
        <a:off x="7635602" y="2457134"/>
        <a:ext cx="1152811" cy="576405"/>
      </dsp:txXfrm>
    </dsp:sp>
    <dsp:sp modelId="{14FCF337-8A44-4021-8A34-A4DACC4BCEE9}">
      <dsp:nvSpPr>
        <dsp:cNvPr id="0" name=""/>
        <dsp:cNvSpPr/>
      </dsp:nvSpPr>
      <dsp:spPr>
        <a:xfrm>
          <a:off x="9030504" y="1638638"/>
          <a:ext cx="1152811" cy="576405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❷The operator has poor judgement skill(do not know how to differentiate AC/NC)</a:t>
          </a:r>
        </a:p>
      </dsp:txBody>
      <dsp:txXfrm>
        <a:off x="9030504" y="1638638"/>
        <a:ext cx="1152811" cy="576405"/>
      </dsp:txXfrm>
    </dsp:sp>
    <dsp:sp modelId="{301A808E-E462-4EFF-9696-8537F535908B}">
      <dsp:nvSpPr>
        <dsp:cNvPr id="0" name=""/>
        <dsp:cNvSpPr/>
      </dsp:nvSpPr>
      <dsp:spPr>
        <a:xfrm>
          <a:off x="9030504" y="2457134"/>
          <a:ext cx="1152811" cy="576405"/>
        </a:xfrm>
        <a:prstGeom prst="rect">
          <a:avLst/>
        </a:prstGeom>
        <a:solidFill>
          <a:srgbClr val="FFFF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There</a:t>
          </a:r>
          <a:r>
            <a:rPr lang="en-US" sz="900" kern="1200" baseline="0" dirty="0"/>
            <a:t> is no limit sample on AC burr condition after deburring</a:t>
          </a:r>
          <a:endParaRPr lang="en-US" sz="900" kern="1200" dirty="0"/>
        </a:p>
      </dsp:txBody>
      <dsp:txXfrm>
        <a:off x="9030504" y="2457134"/>
        <a:ext cx="1152811" cy="5764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A4D93-0CFD-424D-95E1-089442EF14EA}">
      <dsp:nvSpPr>
        <dsp:cNvPr id="0" name=""/>
        <dsp:cNvSpPr/>
      </dsp:nvSpPr>
      <dsp:spPr>
        <a:xfrm>
          <a:off x="6082470" y="2348975"/>
          <a:ext cx="91440" cy="2388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83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69D7AD-F72F-4218-99F6-C5408F6CAE19}">
      <dsp:nvSpPr>
        <dsp:cNvPr id="0" name=""/>
        <dsp:cNvSpPr/>
      </dsp:nvSpPr>
      <dsp:spPr>
        <a:xfrm>
          <a:off x="6082470" y="1541496"/>
          <a:ext cx="91440" cy="2388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83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85C9F0-788F-4FE4-8F8A-07BFE651A144}">
      <dsp:nvSpPr>
        <dsp:cNvPr id="0" name=""/>
        <dsp:cNvSpPr/>
      </dsp:nvSpPr>
      <dsp:spPr>
        <a:xfrm>
          <a:off x="4752063" y="571219"/>
          <a:ext cx="1376126" cy="2388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415"/>
              </a:lnTo>
              <a:lnTo>
                <a:pt x="1376126" y="119415"/>
              </a:lnTo>
              <a:lnTo>
                <a:pt x="1376126" y="238831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B63425-7390-4DAD-B655-CFEDDA06D56A}">
      <dsp:nvSpPr>
        <dsp:cNvPr id="0" name=""/>
        <dsp:cNvSpPr/>
      </dsp:nvSpPr>
      <dsp:spPr>
        <a:xfrm>
          <a:off x="4706343" y="2186177"/>
          <a:ext cx="91440" cy="2388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83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4F8760-BB38-4608-A488-DDDAF70360FE}">
      <dsp:nvSpPr>
        <dsp:cNvPr id="0" name=""/>
        <dsp:cNvSpPr/>
      </dsp:nvSpPr>
      <dsp:spPr>
        <a:xfrm>
          <a:off x="3375936" y="1378698"/>
          <a:ext cx="1376126" cy="2388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415"/>
              </a:lnTo>
              <a:lnTo>
                <a:pt x="1376126" y="119415"/>
              </a:lnTo>
              <a:lnTo>
                <a:pt x="1376126" y="23883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ED6354-1E90-4D16-A2D3-25FA35D1BBEF}">
      <dsp:nvSpPr>
        <dsp:cNvPr id="0" name=""/>
        <dsp:cNvSpPr/>
      </dsp:nvSpPr>
      <dsp:spPr>
        <a:xfrm>
          <a:off x="3330216" y="4608616"/>
          <a:ext cx="91440" cy="2388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83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BC0706-1458-4E3D-99ED-88ABA881D231}">
      <dsp:nvSpPr>
        <dsp:cNvPr id="0" name=""/>
        <dsp:cNvSpPr/>
      </dsp:nvSpPr>
      <dsp:spPr>
        <a:xfrm>
          <a:off x="3330216" y="3801136"/>
          <a:ext cx="91440" cy="2388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83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113E55-3F90-4F70-A410-3B2C07C0CF1A}">
      <dsp:nvSpPr>
        <dsp:cNvPr id="0" name=""/>
        <dsp:cNvSpPr/>
      </dsp:nvSpPr>
      <dsp:spPr>
        <a:xfrm>
          <a:off x="3330216" y="2993657"/>
          <a:ext cx="91440" cy="2388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83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3E4DA6-0DDA-4987-821C-1927EA7B5D94}">
      <dsp:nvSpPr>
        <dsp:cNvPr id="0" name=""/>
        <dsp:cNvSpPr/>
      </dsp:nvSpPr>
      <dsp:spPr>
        <a:xfrm>
          <a:off x="3330216" y="2186177"/>
          <a:ext cx="91440" cy="2388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83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748C1B-980B-4C19-9180-F4C75B7EB1C8}">
      <dsp:nvSpPr>
        <dsp:cNvPr id="0" name=""/>
        <dsp:cNvSpPr/>
      </dsp:nvSpPr>
      <dsp:spPr>
        <a:xfrm>
          <a:off x="3330216" y="1378698"/>
          <a:ext cx="91440" cy="2388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83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2EA80A-FB25-4788-8B3F-FD6EFBA51904}">
      <dsp:nvSpPr>
        <dsp:cNvPr id="0" name=""/>
        <dsp:cNvSpPr/>
      </dsp:nvSpPr>
      <dsp:spPr>
        <a:xfrm>
          <a:off x="1954089" y="2993657"/>
          <a:ext cx="91440" cy="2388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83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AC44D2-1590-4FFB-A25C-04E1BEA039E1}">
      <dsp:nvSpPr>
        <dsp:cNvPr id="0" name=""/>
        <dsp:cNvSpPr/>
      </dsp:nvSpPr>
      <dsp:spPr>
        <a:xfrm>
          <a:off x="1954089" y="2186177"/>
          <a:ext cx="91440" cy="2388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83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292C31-F646-498B-A8F5-5E2E6F492F55}">
      <dsp:nvSpPr>
        <dsp:cNvPr id="0" name=""/>
        <dsp:cNvSpPr/>
      </dsp:nvSpPr>
      <dsp:spPr>
        <a:xfrm>
          <a:off x="1999809" y="1378698"/>
          <a:ext cx="1376126" cy="238831"/>
        </a:xfrm>
        <a:custGeom>
          <a:avLst/>
          <a:gdLst/>
          <a:ahLst/>
          <a:cxnLst/>
          <a:rect l="0" t="0" r="0" b="0"/>
          <a:pathLst>
            <a:path>
              <a:moveTo>
                <a:pt x="1376126" y="0"/>
              </a:moveTo>
              <a:lnTo>
                <a:pt x="1376126" y="119415"/>
              </a:lnTo>
              <a:lnTo>
                <a:pt x="0" y="119415"/>
              </a:lnTo>
              <a:lnTo>
                <a:pt x="0" y="23883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256C76-518B-45F9-9EA0-3F02778912FA}">
      <dsp:nvSpPr>
        <dsp:cNvPr id="0" name=""/>
        <dsp:cNvSpPr/>
      </dsp:nvSpPr>
      <dsp:spPr>
        <a:xfrm>
          <a:off x="3375936" y="571219"/>
          <a:ext cx="1376126" cy="238831"/>
        </a:xfrm>
        <a:custGeom>
          <a:avLst/>
          <a:gdLst/>
          <a:ahLst/>
          <a:cxnLst/>
          <a:rect l="0" t="0" r="0" b="0"/>
          <a:pathLst>
            <a:path>
              <a:moveTo>
                <a:pt x="1376126" y="0"/>
              </a:moveTo>
              <a:lnTo>
                <a:pt x="1376126" y="119415"/>
              </a:lnTo>
              <a:lnTo>
                <a:pt x="0" y="119415"/>
              </a:lnTo>
              <a:lnTo>
                <a:pt x="0" y="238831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FBAD96-9A2F-49A5-9E11-7BBBF856557D}">
      <dsp:nvSpPr>
        <dsp:cNvPr id="0" name=""/>
        <dsp:cNvSpPr/>
      </dsp:nvSpPr>
      <dsp:spPr>
        <a:xfrm>
          <a:off x="4183415" y="2571"/>
          <a:ext cx="1137294" cy="5686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Project cannot be done on time</a:t>
          </a:r>
        </a:p>
      </dsp:txBody>
      <dsp:txXfrm>
        <a:off x="4183415" y="2571"/>
        <a:ext cx="1137294" cy="568647"/>
      </dsp:txXfrm>
    </dsp:sp>
    <dsp:sp modelId="{8FE6C161-384A-49C2-8E05-D34E4A719C3D}">
      <dsp:nvSpPr>
        <dsp:cNvPr id="0" name=""/>
        <dsp:cNvSpPr/>
      </dsp:nvSpPr>
      <dsp:spPr>
        <a:xfrm>
          <a:off x="2807289" y="810050"/>
          <a:ext cx="1137294" cy="5686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There is not enough manpower   </a:t>
          </a:r>
        </a:p>
      </dsp:txBody>
      <dsp:txXfrm>
        <a:off x="2807289" y="810050"/>
        <a:ext cx="1137294" cy="568647"/>
      </dsp:txXfrm>
    </dsp:sp>
    <dsp:sp modelId="{E15F2E3C-3E72-4BC2-BA53-716CDAFD0D01}">
      <dsp:nvSpPr>
        <dsp:cNvPr id="0" name=""/>
        <dsp:cNvSpPr/>
      </dsp:nvSpPr>
      <dsp:spPr>
        <a:xfrm>
          <a:off x="1431162" y="1617530"/>
          <a:ext cx="1137294" cy="5686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There is no competent personnel to perform the job</a:t>
          </a:r>
        </a:p>
      </dsp:txBody>
      <dsp:txXfrm>
        <a:off x="1431162" y="1617530"/>
        <a:ext cx="1137294" cy="568647"/>
      </dsp:txXfrm>
    </dsp:sp>
    <dsp:sp modelId="{A1D011E8-F0EE-4668-8F0B-5D8D5A2498A1}">
      <dsp:nvSpPr>
        <dsp:cNvPr id="0" name=""/>
        <dsp:cNvSpPr/>
      </dsp:nvSpPr>
      <dsp:spPr>
        <a:xfrm>
          <a:off x="1431162" y="2425009"/>
          <a:ext cx="1137294" cy="5686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There is not enough training</a:t>
          </a:r>
        </a:p>
      </dsp:txBody>
      <dsp:txXfrm>
        <a:off x="1431162" y="2425009"/>
        <a:ext cx="1137294" cy="568647"/>
      </dsp:txXfrm>
    </dsp:sp>
    <dsp:sp modelId="{04E59E5A-2EB9-4330-BB8D-E964E321D56D}">
      <dsp:nvSpPr>
        <dsp:cNvPr id="0" name=""/>
        <dsp:cNvSpPr/>
      </dsp:nvSpPr>
      <dsp:spPr>
        <a:xfrm>
          <a:off x="1431162" y="3232489"/>
          <a:ext cx="1137294" cy="6172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There is no system to monitor the manpower competency</a:t>
          </a:r>
        </a:p>
      </dsp:txBody>
      <dsp:txXfrm>
        <a:off x="1431162" y="3232489"/>
        <a:ext cx="1137294" cy="617215"/>
      </dsp:txXfrm>
    </dsp:sp>
    <dsp:sp modelId="{F696060B-563A-46F4-BF00-6871C724D58B}">
      <dsp:nvSpPr>
        <dsp:cNvPr id="0" name=""/>
        <dsp:cNvSpPr/>
      </dsp:nvSpPr>
      <dsp:spPr>
        <a:xfrm>
          <a:off x="2807289" y="1617530"/>
          <a:ext cx="1137294" cy="5686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There is not efficient in doing work</a:t>
          </a:r>
        </a:p>
      </dsp:txBody>
      <dsp:txXfrm>
        <a:off x="2807289" y="1617530"/>
        <a:ext cx="1137294" cy="568647"/>
      </dsp:txXfrm>
    </dsp:sp>
    <dsp:sp modelId="{725D7FEB-8632-41F6-B770-26CFCE5EA470}">
      <dsp:nvSpPr>
        <dsp:cNvPr id="0" name=""/>
        <dsp:cNvSpPr/>
      </dsp:nvSpPr>
      <dsp:spPr>
        <a:xfrm>
          <a:off x="2807289" y="2425009"/>
          <a:ext cx="1137294" cy="5686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There are many personnel doing the same job</a:t>
          </a:r>
        </a:p>
      </dsp:txBody>
      <dsp:txXfrm>
        <a:off x="2807289" y="2425009"/>
        <a:ext cx="1137294" cy="568647"/>
      </dsp:txXfrm>
    </dsp:sp>
    <dsp:sp modelId="{163DD7FD-FAC9-432D-95E5-CB49D7CBFE4E}">
      <dsp:nvSpPr>
        <dsp:cNvPr id="0" name=""/>
        <dsp:cNvSpPr/>
      </dsp:nvSpPr>
      <dsp:spPr>
        <a:xfrm>
          <a:off x="2807289" y="3232489"/>
          <a:ext cx="1137294" cy="5686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job scope is not clear</a:t>
          </a:r>
        </a:p>
      </dsp:txBody>
      <dsp:txXfrm>
        <a:off x="2807289" y="3232489"/>
        <a:ext cx="1137294" cy="568647"/>
      </dsp:txXfrm>
    </dsp:sp>
    <dsp:sp modelId="{098FFD2A-30E0-4F70-ACD2-0278D12266D2}">
      <dsp:nvSpPr>
        <dsp:cNvPr id="0" name=""/>
        <dsp:cNvSpPr/>
      </dsp:nvSpPr>
      <dsp:spPr>
        <a:xfrm>
          <a:off x="2665360" y="4039968"/>
          <a:ext cx="1421152" cy="5686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There is no OC and job scope set in the early of project stage</a:t>
          </a:r>
        </a:p>
      </dsp:txBody>
      <dsp:txXfrm>
        <a:off x="2665360" y="4039968"/>
        <a:ext cx="1421152" cy="568647"/>
      </dsp:txXfrm>
    </dsp:sp>
    <dsp:sp modelId="{CBED3051-37EC-4831-8D63-1B76D5FD23A4}">
      <dsp:nvSpPr>
        <dsp:cNvPr id="0" name=""/>
        <dsp:cNvSpPr/>
      </dsp:nvSpPr>
      <dsp:spPr>
        <a:xfrm>
          <a:off x="2807289" y="4847447"/>
          <a:ext cx="1137294" cy="5686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There is no SOP to state the project flow</a:t>
          </a:r>
        </a:p>
      </dsp:txBody>
      <dsp:txXfrm>
        <a:off x="2807289" y="4847447"/>
        <a:ext cx="1137294" cy="568647"/>
      </dsp:txXfrm>
    </dsp:sp>
    <dsp:sp modelId="{FF313E01-017C-4A3D-A7F9-B7180B010683}">
      <dsp:nvSpPr>
        <dsp:cNvPr id="0" name=""/>
        <dsp:cNvSpPr/>
      </dsp:nvSpPr>
      <dsp:spPr>
        <a:xfrm>
          <a:off x="4183415" y="1617530"/>
          <a:ext cx="1137294" cy="5686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There is no proper plan at initial stage</a:t>
          </a:r>
        </a:p>
      </dsp:txBody>
      <dsp:txXfrm>
        <a:off x="4183415" y="1617530"/>
        <a:ext cx="1137294" cy="568647"/>
      </dsp:txXfrm>
    </dsp:sp>
    <dsp:sp modelId="{30818463-1913-43CC-A357-D72629595CC7}">
      <dsp:nvSpPr>
        <dsp:cNvPr id="0" name=""/>
        <dsp:cNvSpPr/>
      </dsp:nvSpPr>
      <dsp:spPr>
        <a:xfrm>
          <a:off x="4183415" y="2425009"/>
          <a:ext cx="1137294" cy="5686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There is no SOP that guide the project flow</a:t>
          </a:r>
        </a:p>
      </dsp:txBody>
      <dsp:txXfrm>
        <a:off x="4183415" y="2425009"/>
        <a:ext cx="1137294" cy="568647"/>
      </dsp:txXfrm>
    </dsp:sp>
    <dsp:sp modelId="{4D8AD786-48DE-43CB-93C7-FD50F36256C4}">
      <dsp:nvSpPr>
        <dsp:cNvPr id="0" name=""/>
        <dsp:cNvSpPr/>
      </dsp:nvSpPr>
      <dsp:spPr>
        <a:xfrm>
          <a:off x="5559542" y="810050"/>
          <a:ext cx="1137294" cy="73144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There are many unforeseen problems that results delayed</a:t>
          </a:r>
        </a:p>
      </dsp:txBody>
      <dsp:txXfrm>
        <a:off x="5559542" y="810050"/>
        <a:ext cx="1137294" cy="731445"/>
      </dsp:txXfrm>
    </dsp:sp>
    <dsp:sp modelId="{873D4F2A-F653-4056-A397-D778357C3F7F}">
      <dsp:nvSpPr>
        <dsp:cNvPr id="0" name=""/>
        <dsp:cNvSpPr/>
      </dsp:nvSpPr>
      <dsp:spPr>
        <a:xfrm>
          <a:off x="5559542" y="1780328"/>
          <a:ext cx="1137294" cy="5686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There is no risk management</a:t>
          </a:r>
        </a:p>
      </dsp:txBody>
      <dsp:txXfrm>
        <a:off x="5559542" y="1780328"/>
        <a:ext cx="1137294" cy="568647"/>
      </dsp:txXfrm>
    </dsp:sp>
    <dsp:sp modelId="{739021E2-6B2B-4223-9ACC-A91A6E202EAA}">
      <dsp:nvSpPr>
        <dsp:cNvPr id="0" name=""/>
        <dsp:cNvSpPr/>
      </dsp:nvSpPr>
      <dsp:spPr>
        <a:xfrm>
          <a:off x="5559542" y="2587807"/>
          <a:ext cx="1137294" cy="5686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There is no SOP that guide the project flow</a:t>
          </a:r>
        </a:p>
      </dsp:txBody>
      <dsp:txXfrm>
        <a:off x="5559542" y="2587807"/>
        <a:ext cx="1137294" cy="5686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4D6784-132A-4616-B083-962C7E2B4ACE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AFC8A1-6888-4149-AC0A-E00C193C1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2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7FED3-0AF5-6EC9-1261-ACD438665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21C7B-2AD8-3D78-D497-10EED7BA3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D7076-010E-016B-1E53-02193E82E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2857E-2229-CE77-2F16-A13166E67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AFC8A1-6888-4149-AC0A-E00C193C15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97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F2B7D-5344-9A8C-A64F-0ABC6576E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3F77E-95C0-692C-845C-F9CEA9EA3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6BA5E-3791-7F9D-CDB5-4BF822DD1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BE591-AF79-9837-61F5-92D0A0816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AFC8A1-6888-4149-AC0A-E00C193C15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56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FC8A1-6888-4149-AC0A-E00C193C15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64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684BF-1D94-6C64-BAD1-6A9401DAC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C4E84-5023-8462-B63C-2CDA469C5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18B8-0DB9-73B2-E9F2-6A82B9F1A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D9A0-B350-488C-BFAD-3B2D861F74A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1E00A-46F0-905E-E117-8B0D92C79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4DE4A-C7FC-8AAB-E8D1-EB82CCFF3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8AFB-CD74-43A0-B923-392EEF9A2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47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FF89-C322-2E84-907E-82E6156E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B22D2-95FA-181F-0EAE-24726E1A1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AC37D-3459-C139-759E-C40F0D50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D9A0-B350-488C-BFAD-3B2D861F74A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22236-D9CE-7C97-4E23-0BB0B1AB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B346B-E7FA-A220-2D31-AA6F8755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8AFB-CD74-43A0-B923-392EEF9A2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7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269A4-5003-06CD-896C-3BD83E5ED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B9EDC-8A52-95B1-0F91-9423B1C44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2C675-CF3C-6879-846B-893913B0F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D9A0-B350-488C-BFAD-3B2D861F74A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7C145-AF1D-1553-2E1A-279AF4C6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19DB1-BAC4-31F9-D7BF-C00C7D59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8AFB-CD74-43A0-B923-392EEF9A2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06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976F7-40AD-BA4B-4262-435905ADC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96255-3D91-F765-A56B-AB4E1CEE7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66E9B-90FA-90D1-3236-E347A8170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580F2-DCE6-0AF1-F645-BFC084D5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D9A0-B350-488C-BFAD-3B2D861F74A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7D15A-E677-DA7D-32A0-50516325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6FE9E-042A-6F8B-8924-D1B405D11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8AFB-CD74-43A0-B923-392EEF9A2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34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D370-4542-7B60-6954-05C17E57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71D02-3AD6-19DD-22BB-F0C6A06F1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9972F-40B0-C415-7724-1EDAB4C65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003D0B-01A4-77D5-7BEA-4DF522CFF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956C5-8E23-1E87-3AD2-AE1C6BB16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2AF745-FAC4-8E21-8C18-68C51ED7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D9A0-B350-488C-BFAD-3B2D861F74A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21170F-9341-F077-319C-D4D895CD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CC56D-80A5-6FBB-6DA5-9E537B53F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8AFB-CD74-43A0-B923-392EEF9A2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66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27E2A-3714-C271-4C1D-DA215E35A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1AC6C5-6C48-EB94-1313-5DAD2A1A4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D9A0-B350-488C-BFAD-3B2D861F74A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90C076-6B06-77C5-A0F7-18BF43617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39648-E240-D395-3101-455BDD237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8AFB-CD74-43A0-B923-392EEF9A2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33E3EC-8D4F-3322-CC3E-B23A4762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D9A0-B350-488C-BFAD-3B2D861F74A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0F31B-FA14-F0DB-6378-439194EE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E691C-2757-8B3E-4FFC-D5DEE1BC6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8AFB-CD74-43A0-B923-392EEF9A2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9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88D4-F80E-1B2F-6720-B58F0D3CE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0F3F4-7F9C-33A3-671C-5BD385B6D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060CB-7CC9-A90B-C4D9-0063086E7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C9839-06E3-7B37-1DB6-62A39F61A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D9A0-B350-488C-BFAD-3B2D861F74A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36D10-AE16-B8AE-E10A-31045CBB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4C90E-0879-AE9E-0C62-5513B5A1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8AFB-CD74-43A0-B923-392EEF9A2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6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328C8-4230-666D-1392-683A690C5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D24373-837C-5993-910D-13108BEC7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162E0-C7EC-BC83-F13D-08915C39F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7F0F5-7A12-59BE-BD14-9D0798CAC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D9A0-B350-488C-BFAD-3B2D861F74A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3377-2997-896E-59F6-BD13259E9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671C9-F7C7-AD16-EE64-1661466ED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8AFB-CD74-43A0-B923-392EEF9A2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33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C74C-B07F-6520-923C-E6A286F4D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0DECA-2A2D-5C9D-A177-222938B08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D1166-A278-F778-1E2D-6DEAAF18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D9A0-B350-488C-BFAD-3B2D861F74A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673A5-998A-AC8D-DCF3-8BE5DB0E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CEEF1-AA95-08C5-BB14-947BB974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8AFB-CD74-43A0-B923-392EEF9A2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7C7FA4-C0A1-9533-8B0C-45C265A2D8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4FB8D-FDA7-0AB2-9E90-E74FA3CA0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A0D49-B14B-0CB3-F1D5-1CEAD1F7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D9A0-B350-488C-BFAD-3B2D861F74A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8A66D-DD77-98BD-BBD9-5418C72C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A7797-40A0-70D0-48E5-521E1D1CE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48AFB-CD74-43A0-B923-392EEF9A2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9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F4F38-93DC-3382-9F79-0D3E565B1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97C9A-E051-D955-F6F1-B96098399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D9C13-EAEC-170B-AA26-0CC75B163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BD9A0-B350-488C-BFAD-3B2D861F74A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25549-0353-E4B4-0783-CCC0C559A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A7CD5-A8D2-56BA-56D5-CDE5BAA7E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48AFB-CD74-43A0-B923-392EEF9A2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03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E8795-42BA-5B63-2F42-17F6EC05E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360D72-41EA-84B0-8036-1F113959B1AA}"/>
              </a:ext>
            </a:extLst>
          </p:cNvPr>
          <p:cNvSpPr txBox="1"/>
          <p:nvPr/>
        </p:nvSpPr>
        <p:spPr>
          <a:xfrm>
            <a:off x="0" y="-85064"/>
            <a:ext cx="11922771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/>
              <a:t>Corrective Action Report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4FF26-2687-7F32-ED63-CB672DBCD6DA}"/>
              </a:ext>
            </a:extLst>
          </p:cNvPr>
          <p:cNvSpPr txBox="1"/>
          <p:nvPr/>
        </p:nvSpPr>
        <p:spPr>
          <a:xfrm>
            <a:off x="12333767" y="0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Party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79CB40-B10C-308A-CE86-F37CD6971F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7295709"/>
              </p:ext>
            </p:extLst>
          </p:nvPr>
        </p:nvGraphicFramePr>
        <p:xfrm>
          <a:off x="585019" y="6492240"/>
          <a:ext cx="3166673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6673">
                  <a:extLst>
                    <a:ext uri="{9D8B030D-6E8A-4147-A177-3AD203B41FA5}">
                      <a16:colId xmlns:a16="http://schemas.microsoft.com/office/drawing/2014/main" val="3061903609"/>
                    </a:ext>
                  </a:extLst>
                </a:gridCol>
              </a:tblGrid>
              <a:tr h="1893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QCXX-CARX-09-021224-01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68311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745AB50-E3A2-B315-96B0-D16E9F354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046913"/>
              </p:ext>
            </p:extLst>
          </p:nvPr>
        </p:nvGraphicFramePr>
        <p:xfrm>
          <a:off x="509047" y="716132"/>
          <a:ext cx="11161337" cy="40950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2585">
                  <a:extLst>
                    <a:ext uri="{9D8B030D-6E8A-4147-A177-3AD203B41FA5}">
                      <a16:colId xmlns:a16="http://schemas.microsoft.com/office/drawing/2014/main" val="2676674154"/>
                    </a:ext>
                  </a:extLst>
                </a:gridCol>
                <a:gridCol w="8358752">
                  <a:extLst>
                    <a:ext uri="{9D8B030D-6E8A-4147-A177-3AD203B41FA5}">
                      <a16:colId xmlns:a16="http://schemas.microsoft.com/office/drawing/2014/main" val="1506084457"/>
                    </a:ext>
                  </a:extLst>
                </a:gridCol>
              </a:tblGrid>
              <a:tr h="50395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441325"/>
                  </a:ext>
                </a:extLst>
              </a:tr>
              <a:tr h="499585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Part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3773982"/>
                  </a:ext>
                </a:extLst>
              </a:tr>
              <a:tr h="499585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NC 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866728"/>
                  </a:ext>
                </a:extLst>
              </a:tr>
              <a:tr h="51838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NC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550193"/>
                  </a:ext>
                </a:extLst>
              </a:tr>
              <a:tr h="51838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Responsibility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342008"/>
                  </a:ext>
                </a:extLst>
              </a:tr>
              <a:tr h="51838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Repeated</a:t>
                      </a:r>
                      <a:r>
                        <a:rPr lang="en-US" baseline="0" dirty="0"/>
                        <a:t> Case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500" dirty="0"/>
                        <a:t>No / Yes :  </a:t>
                      </a:r>
                      <a:r>
                        <a:rPr lang="en-MY" sz="1500" i="1" dirty="0"/>
                        <a:t>Remark if Yes</a:t>
                      </a:r>
                      <a:endParaRPr lang="en-US" sz="1500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25848"/>
                  </a:ext>
                </a:extLst>
              </a:tr>
              <a:tr h="51838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Initial Detection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500" dirty="0"/>
                        <a:t>Market Warranty / High Line NC% / Audit Findings / Inspection NC / Vendor @ Production Feedback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156158"/>
                  </a:ext>
                </a:extLst>
              </a:tr>
              <a:tr h="518382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CAR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71197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2372" y="5537609"/>
            <a:ext cx="3651245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Issue Date          : </a:t>
            </a:r>
          </a:p>
          <a:p>
            <a:pPr>
              <a:lnSpc>
                <a:spcPct val="150000"/>
              </a:lnSpc>
            </a:pPr>
            <a:r>
              <a:rPr lang="en-US" dirty="0"/>
              <a:t>Reply Due Date 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ABA57BE-E275-10C9-EC54-F3CD827B21BB}"/>
              </a:ext>
            </a:extLst>
          </p:cNvPr>
          <p:cNvGrpSpPr/>
          <p:nvPr/>
        </p:nvGrpSpPr>
        <p:grpSpPr>
          <a:xfrm>
            <a:off x="7998384" y="5004234"/>
            <a:ext cx="3672000" cy="1780542"/>
            <a:chOff x="8347300" y="5016499"/>
            <a:chExt cx="3672000" cy="178054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CCC679F-34DF-F761-7084-346DB1E3E8AA}"/>
                </a:ext>
              </a:extLst>
            </p:cNvPr>
            <p:cNvSpPr/>
            <p:nvPr/>
          </p:nvSpPr>
          <p:spPr>
            <a:xfrm>
              <a:off x="8347300" y="5462438"/>
              <a:ext cx="1800000" cy="133460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r>
                <a:rPr lang="en-US" sz="1600" dirty="0">
                  <a:solidFill>
                    <a:schemeClr val="bg1">
                      <a:lumMod val="65000"/>
                    </a:schemeClr>
                  </a:solidFill>
                </a:rPr>
                <a:t>Date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72ABCB7-CC13-7102-0142-1F1795FA0778}"/>
                </a:ext>
              </a:extLst>
            </p:cNvPr>
            <p:cNvSpPr/>
            <p:nvPr/>
          </p:nvSpPr>
          <p:spPr>
            <a:xfrm>
              <a:off x="10147300" y="5462439"/>
              <a:ext cx="1872000" cy="133460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r>
                <a:rPr lang="en-US" sz="1600">
                  <a:solidFill>
                    <a:schemeClr val="bg1">
                      <a:lumMod val="65000"/>
                    </a:schemeClr>
                  </a:solidFill>
                </a:rPr>
                <a:t>Date</a:t>
              </a:r>
              <a:endParaRPr lang="en-US" sz="16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636B33-160B-D2F8-380E-82CBD8FAD103}"/>
                </a:ext>
              </a:extLst>
            </p:cNvPr>
            <p:cNvSpPr/>
            <p:nvPr/>
          </p:nvSpPr>
          <p:spPr>
            <a:xfrm>
              <a:off x="8347300" y="5016499"/>
              <a:ext cx="1800000" cy="44593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Prepared by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7ADA4F-8221-BC97-BB0B-D05FBDF90561}"/>
                </a:ext>
              </a:extLst>
            </p:cNvPr>
            <p:cNvSpPr/>
            <p:nvPr/>
          </p:nvSpPr>
          <p:spPr>
            <a:xfrm>
              <a:off x="10147300" y="5016500"/>
              <a:ext cx="1872000" cy="44593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Approved by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(Management/ Dept Head)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60A0847-13ED-B5A8-260C-F4F16951C53B}"/>
              </a:ext>
            </a:extLst>
          </p:cNvPr>
          <p:cNvSpPr txBox="1"/>
          <p:nvPr/>
        </p:nvSpPr>
        <p:spPr>
          <a:xfrm>
            <a:off x="496136" y="4976779"/>
            <a:ext cx="3271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B0F0"/>
                </a:solidFill>
              </a:rPr>
              <a:t>*Please circle one of the following options </a:t>
            </a:r>
          </a:p>
        </p:txBody>
      </p:sp>
    </p:spTree>
    <p:extLst>
      <p:ext uri="{BB962C8B-B14F-4D97-AF65-F5344CB8AC3E}">
        <p14:creationId xmlns:p14="http://schemas.microsoft.com/office/powerpoint/2010/main" val="1665446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B528-1563-BEA6-2F73-125835F41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E14A9A-C109-7DE9-BE6A-2AAB3E56A536}"/>
              </a:ext>
            </a:extLst>
          </p:cNvPr>
          <p:cNvSpPr txBox="1"/>
          <p:nvPr/>
        </p:nvSpPr>
        <p:spPr>
          <a:xfrm>
            <a:off x="0" y="-85064"/>
            <a:ext cx="11922771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/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E17995-F36B-8040-2C60-15905F389EA6}"/>
              </a:ext>
            </a:extLst>
          </p:cNvPr>
          <p:cNvSpPr txBox="1"/>
          <p:nvPr/>
        </p:nvSpPr>
        <p:spPr>
          <a:xfrm>
            <a:off x="12333767" y="0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Party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A1AE4F-7BDA-16EE-0B0E-23E4B4660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992387"/>
              </p:ext>
            </p:extLst>
          </p:nvPr>
        </p:nvGraphicFramePr>
        <p:xfrm>
          <a:off x="509047" y="716132"/>
          <a:ext cx="11161337" cy="15031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2585">
                  <a:extLst>
                    <a:ext uri="{9D8B030D-6E8A-4147-A177-3AD203B41FA5}">
                      <a16:colId xmlns:a16="http://schemas.microsoft.com/office/drawing/2014/main" val="2676674154"/>
                    </a:ext>
                  </a:extLst>
                </a:gridCol>
                <a:gridCol w="8358752">
                  <a:extLst>
                    <a:ext uri="{9D8B030D-6E8A-4147-A177-3AD203B41FA5}">
                      <a16:colId xmlns:a16="http://schemas.microsoft.com/office/drawing/2014/main" val="1506084457"/>
                    </a:ext>
                  </a:extLst>
                </a:gridCol>
              </a:tblGrid>
              <a:tr h="50395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Model &amp; Part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441325"/>
                  </a:ext>
                </a:extLst>
              </a:tr>
              <a:tr h="499585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NC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3773982"/>
                  </a:ext>
                </a:extLst>
              </a:tr>
              <a:tr h="499585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COPQ </a:t>
                      </a:r>
                      <a:r>
                        <a:rPr lang="en-US" i="1" dirty="0"/>
                        <a:t>(If any)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86672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200AD4F-0B97-4529-4751-0B0AFF52D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935328"/>
              </p:ext>
            </p:extLst>
          </p:nvPr>
        </p:nvGraphicFramePr>
        <p:xfrm>
          <a:off x="509048" y="2396709"/>
          <a:ext cx="11161336" cy="3972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2482">
                  <a:extLst>
                    <a:ext uri="{9D8B030D-6E8A-4147-A177-3AD203B41FA5}">
                      <a16:colId xmlns:a16="http://schemas.microsoft.com/office/drawing/2014/main" val="2676674154"/>
                    </a:ext>
                  </a:extLst>
                </a:gridCol>
                <a:gridCol w="4779427">
                  <a:extLst>
                    <a:ext uri="{9D8B030D-6E8A-4147-A177-3AD203B41FA5}">
                      <a16:colId xmlns:a16="http://schemas.microsoft.com/office/drawing/2014/main" val="1506084457"/>
                    </a:ext>
                  </a:extLst>
                </a:gridCol>
                <a:gridCol w="4779427">
                  <a:extLst>
                    <a:ext uri="{9D8B030D-6E8A-4147-A177-3AD203B41FA5}">
                      <a16:colId xmlns:a16="http://schemas.microsoft.com/office/drawing/2014/main" val="1355071490"/>
                    </a:ext>
                  </a:extLst>
                </a:gridCol>
              </a:tblGrid>
              <a:tr h="460791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Root Cause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Countermeasure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84127860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Occurrence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441325"/>
                  </a:ext>
                </a:extLst>
              </a:tr>
              <a:tr h="1179736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Outflow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3773982"/>
                  </a:ext>
                </a:extLst>
              </a:tr>
              <a:tr h="116313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Damage Escalation</a:t>
                      </a:r>
                    </a:p>
                    <a:p>
                      <a:pPr algn="l"/>
                      <a:r>
                        <a:rPr lang="en-US" i="1" dirty="0"/>
                        <a:t>(If any)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866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52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F6EAE68-F67B-CF4F-8746-7BC01CCD7304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D1) Define Team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494E3D1-02B0-6C4E-9165-899AF2260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129091"/>
              </p:ext>
            </p:extLst>
          </p:nvPr>
        </p:nvGraphicFramePr>
        <p:xfrm>
          <a:off x="731024" y="1477926"/>
          <a:ext cx="10369119" cy="296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8567">
                  <a:extLst>
                    <a:ext uri="{9D8B030D-6E8A-4147-A177-3AD203B41FA5}">
                      <a16:colId xmlns:a16="http://schemas.microsoft.com/office/drawing/2014/main" val="1494096453"/>
                    </a:ext>
                  </a:extLst>
                </a:gridCol>
                <a:gridCol w="5502460">
                  <a:extLst>
                    <a:ext uri="{9D8B030D-6E8A-4147-A177-3AD203B41FA5}">
                      <a16:colId xmlns:a16="http://schemas.microsoft.com/office/drawing/2014/main" val="2963308017"/>
                    </a:ext>
                  </a:extLst>
                </a:gridCol>
                <a:gridCol w="2189046">
                  <a:extLst>
                    <a:ext uri="{9D8B030D-6E8A-4147-A177-3AD203B41FA5}">
                      <a16:colId xmlns:a16="http://schemas.microsoft.com/office/drawing/2014/main" val="1558066825"/>
                    </a:ext>
                  </a:extLst>
                </a:gridCol>
                <a:gridCol w="2189046">
                  <a:extLst>
                    <a:ext uri="{9D8B030D-6E8A-4147-A177-3AD203B41FA5}">
                      <a16:colId xmlns:a16="http://schemas.microsoft.com/office/drawing/2014/main" val="3479020005"/>
                    </a:ext>
                  </a:extLst>
                </a:gridCol>
              </a:tblGrid>
              <a:tr h="258453">
                <a:tc>
                  <a:txBody>
                    <a:bodyPr/>
                    <a:lstStyle/>
                    <a:p>
                      <a:r>
                        <a:rPr lang="en-US" b="1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Designation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752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101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587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00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589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973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146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0618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3158054-7685-7F9A-B289-191719C25654}"/>
              </a:ext>
            </a:extLst>
          </p:cNvPr>
          <p:cNvSpPr txBox="1"/>
          <p:nvPr/>
        </p:nvSpPr>
        <p:spPr>
          <a:xfrm>
            <a:off x="-17753" y="815906"/>
            <a:ext cx="62410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sz="1400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Form your team. Get the specialist involved. </a:t>
            </a:r>
            <a:endParaRPr lang="en-US" sz="14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137AE43-3C47-3E42-2427-431CD9E6CEB8}"/>
              </a:ext>
            </a:extLst>
          </p:cNvPr>
          <p:cNvCxnSpPr>
            <a:cxnSpLocks/>
          </p:cNvCxnSpPr>
          <p:nvPr/>
        </p:nvCxnSpPr>
        <p:spPr>
          <a:xfrm flipV="1">
            <a:off x="-17753" y="690785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771AB1-D83A-A9D2-7343-B19D15E5B9E6}"/>
              </a:ext>
            </a:extLst>
          </p:cNvPr>
          <p:cNvSpPr txBox="1"/>
          <p:nvPr/>
        </p:nvSpPr>
        <p:spPr>
          <a:xfrm>
            <a:off x="12333767" y="0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Party </a:t>
            </a:r>
          </a:p>
        </p:txBody>
      </p:sp>
    </p:spTree>
    <p:extLst>
      <p:ext uri="{BB962C8B-B14F-4D97-AF65-F5344CB8AC3E}">
        <p14:creationId xmlns:p14="http://schemas.microsoft.com/office/powerpoint/2010/main" val="4215142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952A3E-9CA7-1956-E9F2-BEA8B85ECA9D}"/>
              </a:ext>
            </a:extLst>
          </p:cNvPr>
          <p:cNvSpPr txBox="1"/>
          <p:nvPr/>
        </p:nvSpPr>
        <p:spPr>
          <a:xfrm>
            <a:off x="0" y="730113"/>
            <a:ext cx="6613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sz="1400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Describe the </a:t>
            </a:r>
            <a:r>
              <a:rPr lang="en-US" sz="1400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abnormality/common point from return sample if any</a:t>
            </a:r>
            <a:endParaRPr kumimoji="1"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D142D4-5809-AE0F-D19B-10A394F087BE}"/>
              </a:ext>
            </a:extLst>
          </p:cNvPr>
          <p:cNvCxnSpPr>
            <a:cxnSpLocks/>
          </p:cNvCxnSpPr>
          <p:nvPr/>
        </p:nvCxnSpPr>
        <p:spPr>
          <a:xfrm>
            <a:off x="5807968" y="1062028"/>
            <a:ext cx="0" cy="5679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D8B7D25-7961-9E53-4EFF-0CBB2D7DAE0B}"/>
              </a:ext>
            </a:extLst>
          </p:cNvPr>
          <p:cNvSpPr txBox="1"/>
          <p:nvPr/>
        </p:nvSpPr>
        <p:spPr>
          <a:xfrm>
            <a:off x="92902" y="1106418"/>
            <a:ext cx="1495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AC Sample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6C51B-153E-7282-B6B8-4E826CFA0F6E}"/>
              </a:ext>
            </a:extLst>
          </p:cNvPr>
          <p:cNvSpPr txBox="1"/>
          <p:nvPr/>
        </p:nvSpPr>
        <p:spPr>
          <a:xfrm>
            <a:off x="5827602" y="1106418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NC Sample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97D6243-F2DE-C07D-4CEE-58219DE3317B}"/>
              </a:ext>
            </a:extLst>
          </p:cNvPr>
          <p:cNvCxnSpPr>
            <a:cxnSpLocks/>
          </p:cNvCxnSpPr>
          <p:nvPr/>
        </p:nvCxnSpPr>
        <p:spPr>
          <a:xfrm flipV="1">
            <a:off x="-17753" y="690785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D5650BE-DFED-613E-56C2-CFFFE22E4C50}"/>
              </a:ext>
            </a:extLst>
          </p:cNvPr>
          <p:cNvSpPr txBox="1"/>
          <p:nvPr/>
        </p:nvSpPr>
        <p:spPr>
          <a:xfrm>
            <a:off x="12333767" y="0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Party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362B95-0793-548A-4F83-FE7BFD4B71C9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D2) Define Problem : Observation</a:t>
            </a:r>
          </a:p>
        </p:txBody>
      </p:sp>
    </p:spTree>
    <p:extLst>
      <p:ext uri="{BB962C8B-B14F-4D97-AF65-F5344CB8AC3E}">
        <p14:creationId xmlns:p14="http://schemas.microsoft.com/office/powerpoint/2010/main" val="3320025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069C9B5-03CA-A095-032E-D4412EB865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1772856"/>
              </p:ext>
            </p:extLst>
          </p:nvPr>
        </p:nvGraphicFramePr>
        <p:xfrm>
          <a:off x="377371" y="1286687"/>
          <a:ext cx="10976429" cy="4715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3952A3E-9CA7-1956-E9F2-BEA8B85ECA9D}"/>
              </a:ext>
            </a:extLst>
          </p:cNvPr>
          <p:cNvSpPr txBox="1"/>
          <p:nvPr/>
        </p:nvSpPr>
        <p:spPr>
          <a:xfrm>
            <a:off x="-17753" y="763718"/>
            <a:ext cx="6337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sz="1400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List down the flow to identify potential NC occurrence &amp; leak out</a:t>
            </a:r>
            <a:endParaRPr kumimoji="1"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F46F85F-8FCC-CD7E-70CC-2E155F897DE1}"/>
              </a:ext>
            </a:extLst>
          </p:cNvPr>
          <p:cNvCxnSpPr>
            <a:cxnSpLocks/>
          </p:cNvCxnSpPr>
          <p:nvPr/>
        </p:nvCxnSpPr>
        <p:spPr>
          <a:xfrm flipV="1">
            <a:off x="-17753" y="690785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5292D67-7681-3422-5250-B214F535A379}"/>
              </a:ext>
            </a:extLst>
          </p:cNvPr>
          <p:cNvSpPr txBox="1"/>
          <p:nvPr/>
        </p:nvSpPr>
        <p:spPr>
          <a:xfrm>
            <a:off x="12333767" y="0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Party 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9455AACC-94D1-6AFF-66FD-1E222B54065D}"/>
              </a:ext>
            </a:extLst>
          </p:cNvPr>
          <p:cNvSpPr/>
          <p:nvPr/>
        </p:nvSpPr>
        <p:spPr>
          <a:xfrm>
            <a:off x="5284145" y="5181796"/>
            <a:ext cx="1358770" cy="837400"/>
          </a:xfrm>
          <a:prstGeom prst="wedgeRoundRectCallout">
            <a:avLst>
              <a:gd name="adj1" fmla="val -12427"/>
              <a:gd name="adj2" fmla="val -105738"/>
              <a:gd name="adj3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NC Occurrence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746F699F-27D3-2C44-55B0-083B89E4E2BC}"/>
              </a:ext>
            </a:extLst>
          </p:cNvPr>
          <p:cNvSpPr/>
          <p:nvPr/>
        </p:nvSpPr>
        <p:spPr>
          <a:xfrm>
            <a:off x="10584006" y="1644941"/>
            <a:ext cx="1358770" cy="837400"/>
          </a:xfrm>
          <a:prstGeom prst="wedgeRoundRectCallout">
            <a:avLst>
              <a:gd name="adj1" fmla="val -59180"/>
              <a:gd name="adj2" fmla="val 74721"/>
              <a:gd name="adj3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NC Leak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55AEF-87FF-41CB-2985-816B425DA055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D2) Define Problem : Process Flow</a:t>
            </a:r>
          </a:p>
        </p:txBody>
      </p:sp>
    </p:spTree>
    <p:extLst>
      <p:ext uri="{BB962C8B-B14F-4D97-AF65-F5344CB8AC3E}">
        <p14:creationId xmlns:p14="http://schemas.microsoft.com/office/powerpoint/2010/main" val="3112934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A5C613C1-1A94-60DF-5730-E80A7628A20D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D2) Define Problem : NC Reproduction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D2A7B-4F17-3DCF-DF7A-77D6F6A2D851}"/>
              </a:ext>
            </a:extLst>
          </p:cNvPr>
          <p:cNvSpPr txBox="1"/>
          <p:nvPr/>
        </p:nvSpPr>
        <p:spPr>
          <a:xfrm>
            <a:off x="17753" y="830997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1400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Reproduce the NC to identify the Root Cause. This will be the input for 5 why if hypothesis=reproduction. </a:t>
            </a:r>
            <a:endParaRPr kumimoji="1"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BF3DC9-3E9E-D4B6-F2D5-5AE89B64EF15}"/>
              </a:ext>
            </a:extLst>
          </p:cNvPr>
          <p:cNvCxnSpPr>
            <a:cxnSpLocks/>
          </p:cNvCxnSpPr>
          <p:nvPr/>
        </p:nvCxnSpPr>
        <p:spPr>
          <a:xfrm flipV="1">
            <a:off x="-17753" y="690785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6230C58-ED97-946A-D697-D43B51B1C411}"/>
              </a:ext>
            </a:extLst>
          </p:cNvPr>
          <p:cNvSpPr txBox="1"/>
          <p:nvPr/>
        </p:nvSpPr>
        <p:spPr>
          <a:xfrm>
            <a:off x="12333767" y="0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Party </a:t>
            </a:r>
          </a:p>
        </p:txBody>
      </p:sp>
    </p:spTree>
    <p:extLst>
      <p:ext uri="{BB962C8B-B14F-4D97-AF65-F5344CB8AC3E}">
        <p14:creationId xmlns:p14="http://schemas.microsoft.com/office/powerpoint/2010/main" val="317457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97D6243-F2DE-C07D-4CEE-58219DE3317B}"/>
              </a:ext>
            </a:extLst>
          </p:cNvPr>
          <p:cNvCxnSpPr>
            <a:cxnSpLocks/>
          </p:cNvCxnSpPr>
          <p:nvPr/>
        </p:nvCxnSpPr>
        <p:spPr>
          <a:xfrm flipV="1">
            <a:off x="-17753" y="690785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D5650BE-DFED-613E-56C2-CFFFE22E4C50}"/>
              </a:ext>
            </a:extLst>
          </p:cNvPr>
          <p:cNvSpPr txBox="1"/>
          <p:nvPr/>
        </p:nvSpPr>
        <p:spPr>
          <a:xfrm>
            <a:off x="12333767" y="0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Party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AD4ED-C1E7-1D5C-D111-F1AB443698B0}"/>
              </a:ext>
            </a:extLst>
          </p:cNvPr>
          <p:cNvSpPr txBox="1"/>
          <p:nvPr/>
        </p:nvSpPr>
        <p:spPr>
          <a:xfrm>
            <a:off x="0" y="730112"/>
            <a:ext cx="12174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1400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List down all the potential possibilities by brainstorming. Take 5Gen and compared to the rule(PCP, Drawing, WI </a:t>
            </a:r>
            <a:r>
              <a:rPr kumimoji="1" lang="en-US" sz="1400" b="1" dirty="0" err="1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etc</a:t>
            </a:r>
            <a:r>
              <a:rPr kumimoji="1" lang="en-US" sz="1400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). Eliminate possibilities after actual confirmation.</a:t>
            </a:r>
            <a:endParaRPr kumimoji="1"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4D7BB6-536F-C6E1-1D8F-D43585247980}"/>
              </a:ext>
            </a:extLst>
          </p:cNvPr>
          <p:cNvSpPr txBox="1"/>
          <p:nvPr/>
        </p:nvSpPr>
        <p:spPr>
          <a:xfrm>
            <a:off x="0" y="5906135"/>
            <a:ext cx="122097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Refer following slides for evidence collects through 5 gen  </a:t>
            </a:r>
            <a:r>
              <a:rPr lang="en-US" b="1" dirty="0">
                <a:solidFill>
                  <a:srgbClr val="00B0F0"/>
                </a:solidFill>
                <a:sym typeface="Wingdings" panose="05000000000000000000" pitchFamily="2" charset="2"/>
              </a:rPr>
              <a:t>Gemba</a:t>
            </a:r>
            <a:r>
              <a:rPr kumimoji="1" lang="ja-JP" altLang="en-US" b="1" baseline="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現地</a:t>
            </a:r>
            <a:r>
              <a:rPr kumimoji="1" lang="ja-JP" altLang="en-US" b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 </a:t>
            </a:r>
            <a:r>
              <a:rPr kumimoji="1" lang="en-US" altLang="ja-JP" b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– </a:t>
            </a:r>
            <a:r>
              <a:rPr kumimoji="1" lang="en-US" altLang="ja-JP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The Actual Place </a:t>
            </a:r>
            <a:r>
              <a:rPr kumimoji="1" lang="en-US" altLang="ja-JP" i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(</a:t>
            </a:r>
            <a:r>
              <a:rPr kumimoji="1" lang="en-US" altLang="ja-JP" sz="1600" i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Go there</a:t>
            </a:r>
            <a:r>
              <a:rPr kumimoji="1" lang="en-US" altLang="ja-JP" i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)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,</a:t>
            </a:r>
            <a:r>
              <a:rPr lang="en-US" b="1" dirty="0">
                <a:solidFill>
                  <a:srgbClr val="00B0F0"/>
                </a:solidFill>
                <a:sym typeface="Wingdings" panose="05000000000000000000" pitchFamily="2" charset="2"/>
              </a:rPr>
              <a:t>  </a:t>
            </a:r>
            <a:r>
              <a:rPr lang="en-US" b="1" dirty="0" err="1">
                <a:solidFill>
                  <a:srgbClr val="00B0F0"/>
                </a:solidFill>
                <a:sym typeface="Wingdings" panose="05000000000000000000" pitchFamily="2" charset="2"/>
              </a:rPr>
              <a:t>Gembutsu</a:t>
            </a:r>
            <a:r>
              <a:rPr kumimoji="1" lang="ja-JP" altLang="en-US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現物 </a:t>
            </a:r>
            <a:r>
              <a:rPr kumimoji="1" lang="en-US" altLang="ja-JP" b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– </a:t>
            </a:r>
            <a:r>
              <a:rPr kumimoji="1" lang="en-US" altLang="ja-JP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The Object </a:t>
            </a:r>
            <a:r>
              <a:rPr kumimoji="1" lang="en-US" altLang="ja-JP" i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(</a:t>
            </a:r>
            <a:r>
              <a:rPr kumimoji="1" lang="en-US" altLang="ja-JP" sz="1600" i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Examine it</a:t>
            </a:r>
            <a:r>
              <a:rPr kumimoji="1" lang="en-US" altLang="ja-JP" i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)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,</a:t>
            </a:r>
            <a:r>
              <a:rPr lang="en-US" b="1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en-US" b="1" dirty="0" err="1">
                <a:solidFill>
                  <a:srgbClr val="00B0F0"/>
                </a:solidFill>
                <a:sym typeface="Wingdings" panose="05000000000000000000" pitchFamily="2" charset="2"/>
              </a:rPr>
              <a:t>Genjitsu</a:t>
            </a:r>
            <a:r>
              <a:rPr kumimoji="1" lang="ja-JP" altLang="en-US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現実 </a:t>
            </a:r>
            <a:r>
              <a:rPr kumimoji="1" lang="en-US" altLang="ja-JP" b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– </a:t>
            </a:r>
            <a:r>
              <a:rPr kumimoji="1" lang="en-US" altLang="ja-JP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The Actual Fact </a:t>
            </a:r>
            <a:r>
              <a:rPr kumimoji="1" lang="en-US" altLang="ja-JP" i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(</a:t>
            </a:r>
            <a:r>
              <a:rPr kumimoji="1" lang="en-US" altLang="ja-JP" sz="1600" i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Collect it</a:t>
            </a:r>
            <a:r>
              <a:rPr kumimoji="1" lang="en-US" altLang="ja-JP" i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)</a:t>
            </a:r>
            <a:r>
              <a:rPr kumimoji="1"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,</a:t>
            </a:r>
            <a:r>
              <a:rPr kumimoji="1" lang="en-US" altLang="ja-JP" dirty="0">
                <a:solidFill>
                  <a:srgbClr val="00B0F0"/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 </a:t>
            </a:r>
            <a:r>
              <a:rPr lang="en-US" b="1" i="0" u="none" strike="noStrike" baseline="0" dirty="0" err="1">
                <a:solidFill>
                  <a:srgbClr val="00B0F0"/>
                </a:solidFill>
              </a:rPr>
              <a:t>Genri</a:t>
            </a:r>
            <a:r>
              <a:rPr lang="zh-CN" altLang="en-US" b="1" i="0" u="none" strike="noStrike" baseline="0" dirty="0">
                <a:solidFill>
                  <a:srgbClr val="00B0F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原理</a:t>
            </a:r>
            <a:r>
              <a:rPr lang="zh-CN" altLang="en-US" sz="1600" b="1" i="0" u="none" strike="noStrike" baseline="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ja-JP" sz="1600" b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– </a:t>
            </a:r>
            <a:r>
              <a:rPr kumimoji="1" lang="en-US" altLang="ja-JP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The Principle </a:t>
            </a:r>
            <a:r>
              <a:rPr kumimoji="1" lang="en-US" altLang="ja-JP" sz="1600" i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(Discover it)</a:t>
            </a:r>
            <a:r>
              <a:rPr lang="en-US" altLang="zh-CN" sz="1600" i="0" u="none" strike="noStrike" baseline="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en-US" altLang="zh-CN" sz="1600" b="1" i="0" u="none" strike="noStrike" baseline="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b="1" i="0" u="none" strike="noStrike" baseline="0" dirty="0" err="1">
                <a:solidFill>
                  <a:srgbClr val="00B0F0"/>
                </a:solidFill>
              </a:rPr>
              <a:t>Gensoku</a:t>
            </a:r>
            <a:r>
              <a:rPr lang="zh-CN" altLang="en-US" b="1" i="0" u="none" strike="noStrike" baseline="0" dirty="0">
                <a:solidFill>
                  <a:srgbClr val="00B0F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原則</a:t>
            </a:r>
            <a:r>
              <a:rPr lang="zh-CN" altLang="en-US" sz="1600" b="1" i="0" u="none" strike="noStrike" baseline="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ja-JP" b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– </a:t>
            </a:r>
            <a:r>
              <a:rPr kumimoji="1" lang="en-US" altLang="ja-JP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The Standard </a:t>
            </a:r>
            <a:r>
              <a:rPr kumimoji="1" lang="en-US" altLang="ja-JP" i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(</a:t>
            </a:r>
            <a:r>
              <a:rPr kumimoji="1" lang="en-US" altLang="ja-JP" sz="1600" i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Implement it</a:t>
            </a:r>
            <a:r>
              <a:rPr kumimoji="1" lang="en-US" altLang="ja-JP" i="1" baseline="0" dirty="0">
                <a:solidFill>
                  <a:srgbClr val="00B0F0"/>
                </a:solidFill>
                <a:ea typeface="Meiryo UI" panose="020B0604030504040204" pitchFamily="50" charset="-128"/>
              </a:rPr>
              <a:t>)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2655BB-EFFA-4AA1-D3F7-5C101B27EC48}"/>
              </a:ext>
            </a:extLst>
          </p:cNvPr>
          <p:cNvSpPr txBox="1"/>
          <p:nvPr/>
        </p:nvSpPr>
        <p:spPr>
          <a:xfrm>
            <a:off x="108666" y="1240023"/>
            <a:ext cx="912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Focus :</a:t>
            </a:r>
            <a:endParaRPr lang="en-US" sz="2000" b="1" u="sng"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FF0D0D-7FFC-E982-03C9-6A1E2EECC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175538"/>
              </p:ext>
            </p:extLst>
          </p:nvPr>
        </p:nvGraphicFramePr>
        <p:xfrm>
          <a:off x="196407" y="1679737"/>
          <a:ext cx="11531308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6068">
                  <a:extLst>
                    <a:ext uri="{9D8B030D-6E8A-4147-A177-3AD203B41FA5}">
                      <a16:colId xmlns:a16="http://schemas.microsoft.com/office/drawing/2014/main" val="892261998"/>
                    </a:ext>
                  </a:extLst>
                </a:gridCol>
                <a:gridCol w="4239586">
                  <a:extLst>
                    <a:ext uri="{9D8B030D-6E8A-4147-A177-3AD203B41FA5}">
                      <a16:colId xmlns:a16="http://schemas.microsoft.com/office/drawing/2014/main" val="2320019091"/>
                    </a:ext>
                  </a:extLst>
                </a:gridCol>
                <a:gridCol w="1310610">
                  <a:extLst>
                    <a:ext uri="{9D8B030D-6E8A-4147-A177-3AD203B41FA5}">
                      <a16:colId xmlns:a16="http://schemas.microsoft.com/office/drawing/2014/main" val="2852932604"/>
                    </a:ext>
                  </a:extLst>
                </a:gridCol>
                <a:gridCol w="4455044">
                  <a:extLst>
                    <a:ext uri="{9D8B030D-6E8A-4147-A177-3AD203B41FA5}">
                      <a16:colId xmlns:a16="http://schemas.microsoft.com/office/drawing/2014/main" val="2032719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5M+1E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What Possibility?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Judgement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Why judge so?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139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238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Machine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defTabSz="102235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</a:pPr>
                      <a:endParaRPr lang="en-US" sz="1800" kern="1200" dirty="0">
                        <a:latin typeface="+mn-lt"/>
                        <a:ea typeface="Meiryo" pitchFamily="34" charset="-128"/>
                        <a:cs typeface="Meiryo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187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Material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3941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192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Measurement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40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Environment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86124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AF1EEE-11C2-5657-1EF8-550FB0A34855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D2) Define Problem : 5 Gen in 5M+1E</a:t>
            </a:r>
          </a:p>
        </p:txBody>
      </p:sp>
    </p:spTree>
    <p:extLst>
      <p:ext uri="{BB962C8B-B14F-4D97-AF65-F5344CB8AC3E}">
        <p14:creationId xmlns:p14="http://schemas.microsoft.com/office/powerpoint/2010/main" val="2022806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01A1FC-2FE7-D9E6-BEF1-6B992E647C52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D3)  Containment Action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DABF9E-6659-5574-87AA-52D66181AC33}"/>
              </a:ext>
            </a:extLst>
          </p:cNvPr>
          <p:cNvSpPr txBox="1"/>
          <p:nvPr/>
        </p:nvSpPr>
        <p:spPr>
          <a:xfrm>
            <a:off x="145901" y="769441"/>
            <a:ext cx="19407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sz="1400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Sorting Out Result</a:t>
            </a:r>
            <a:endParaRPr kumimoji="1"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CF9D4-341D-CF69-CD69-BC7894EDEC52}"/>
              </a:ext>
            </a:extLst>
          </p:cNvPr>
          <p:cNvSpPr txBox="1"/>
          <p:nvPr/>
        </p:nvSpPr>
        <p:spPr>
          <a:xfrm>
            <a:off x="145901" y="5084823"/>
            <a:ext cx="9961125" cy="10037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sz="24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Decision :</a:t>
            </a:r>
          </a:p>
          <a:p>
            <a:pPr>
              <a:lnSpc>
                <a:spcPct val="150000"/>
              </a:lnSpc>
            </a:pPr>
            <a:r>
              <a:rPr kumimoji="1" 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Keep Monitoring / Stop Production / Stop Shipment / Stop Production &amp; Stop Shipment</a:t>
            </a:r>
            <a:endParaRPr kumimoji="1" lang="en-US" sz="24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0970F7E-B140-C2CB-BC92-EA201B8656CA}"/>
              </a:ext>
            </a:extLst>
          </p:cNvPr>
          <p:cNvCxnSpPr>
            <a:cxnSpLocks/>
          </p:cNvCxnSpPr>
          <p:nvPr/>
        </p:nvCxnSpPr>
        <p:spPr>
          <a:xfrm flipV="1">
            <a:off x="-17753" y="690785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FA1FB30-9CCF-89D0-C63C-99663288365D}"/>
              </a:ext>
            </a:extLst>
          </p:cNvPr>
          <p:cNvSpPr txBox="1"/>
          <p:nvPr/>
        </p:nvSpPr>
        <p:spPr>
          <a:xfrm>
            <a:off x="12333767" y="0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Party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08A5B-A249-95AF-4F3E-4A35CDD45426}"/>
              </a:ext>
            </a:extLst>
          </p:cNvPr>
          <p:cNvSpPr txBox="1"/>
          <p:nvPr/>
        </p:nvSpPr>
        <p:spPr>
          <a:xfrm>
            <a:off x="0" y="6258690"/>
            <a:ext cx="3271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B0F0"/>
                </a:solidFill>
              </a:rPr>
              <a:t>*Please circle one of the following options </a:t>
            </a:r>
          </a:p>
          <a:p>
            <a:r>
              <a:rPr lang="en-US" sz="1400" i="1" dirty="0">
                <a:solidFill>
                  <a:srgbClr val="00B0F0"/>
                </a:solidFill>
              </a:rPr>
              <a:t>*Attach Rework Manual in Appendix if any</a:t>
            </a:r>
          </a:p>
        </p:txBody>
      </p:sp>
    </p:spTree>
    <p:extLst>
      <p:ext uri="{BB962C8B-B14F-4D97-AF65-F5344CB8AC3E}">
        <p14:creationId xmlns:p14="http://schemas.microsoft.com/office/powerpoint/2010/main" val="663650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D7CB60B5-FDB5-45E5-F137-FAB39FCC395A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D4) Root Cause Analysis : Occurrence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6404" y="785575"/>
            <a:ext cx="72976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400" b="1" dirty="0">
                <a:solidFill>
                  <a:srgbClr val="00B0F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Occurrence Root Cause : Why </a:t>
            </a:r>
            <a:r>
              <a:rPr lang="en-US" sz="1400" b="1" u="sng" dirty="0">
                <a:solidFill>
                  <a:srgbClr val="00B0F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NC happen</a:t>
            </a:r>
            <a:r>
              <a:rPr lang="en-US" sz="1400" b="1" dirty="0">
                <a:solidFill>
                  <a:srgbClr val="00B0F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? (Process Control)</a:t>
            </a:r>
            <a:endParaRPr lang="en-MY" sz="1400" dirty="0">
              <a:solidFill>
                <a:srgbClr val="00B0F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42D6AF-42CA-7297-0F44-C88755F90DAD}"/>
              </a:ext>
            </a:extLst>
          </p:cNvPr>
          <p:cNvCxnSpPr>
            <a:cxnSpLocks/>
          </p:cNvCxnSpPr>
          <p:nvPr/>
        </p:nvCxnSpPr>
        <p:spPr>
          <a:xfrm flipV="1">
            <a:off x="17753" y="697258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C2DBF7-7F14-FF3A-9393-FC8B5620D23B}"/>
              </a:ext>
            </a:extLst>
          </p:cNvPr>
          <p:cNvSpPr txBox="1"/>
          <p:nvPr/>
        </p:nvSpPr>
        <p:spPr>
          <a:xfrm>
            <a:off x="12333767" y="0"/>
            <a:ext cx="194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98696C-AA94-3CBB-D193-ED5072DAD547}"/>
              </a:ext>
            </a:extLst>
          </p:cNvPr>
          <p:cNvSpPr txBox="1"/>
          <p:nvPr/>
        </p:nvSpPr>
        <p:spPr>
          <a:xfrm>
            <a:off x="7725262" y="6334780"/>
            <a:ext cx="45305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B0F0"/>
                </a:solidFill>
              </a:rPr>
              <a:t>*Please elaborate at least in 2 tiers</a:t>
            </a:r>
          </a:p>
          <a:p>
            <a:r>
              <a:rPr lang="en-US" sz="1400" i="1" dirty="0">
                <a:solidFill>
                  <a:srgbClr val="00B0F0"/>
                </a:solidFill>
              </a:rPr>
              <a:t>*Actual root cause is highlighted in yellow for further action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27F7A2D-442C-14A6-5CBA-D94B9E08B91D}"/>
              </a:ext>
            </a:extLst>
          </p:cNvPr>
          <p:cNvGrpSpPr/>
          <p:nvPr/>
        </p:nvGrpSpPr>
        <p:grpSpPr>
          <a:xfrm>
            <a:off x="505045" y="1234484"/>
            <a:ext cx="8377456" cy="5499047"/>
            <a:chOff x="505045" y="1234484"/>
            <a:chExt cx="8377456" cy="5499047"/>
          </a:xfrm>
        </p:grpSpPr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2D8E0755-9FC9-23C9-C4B7-27AA274F6699}"/>
                </a:ext>
              </a:extLst>
            </p:cNvPr>
            <p:cNvSpPr/>
            <p:nvPr/>
          </p:nvSpPr>
          <p:spPr>
            <a:xfrm flipH="1">
              <a:off x="1900931" y="3767092"/>
              <a:ext cx="1879296" cy="23697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C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Arrow: Right 54">
              <a:extLst>
                <a:ext uri="{FF2B5EF4-FFF2-40B4-BE49-F238E27FC236}">
                  <a16:creationId xmlns:a16="http://schemas.microsoft.com/office/drawing/2014/main" id="{8C13F94D-4ACB-5B23-66CE-463196692F36}"/>
                </a:ext>
              </a:extLst>
            </p:cNvPr>
            <p:cNvSpPr/>
            <p:nvPr/>
          </p:nvSpPr>
          <p:spPr>
            <a:xfrm flipH="1">
              <a:off x="3371130" y="5386543"/>
              <a:ext cx="1879296" cy="23697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C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90A8E28-DA2B-5DF3-470F-C73D15E680F4}"/>
                </a:ext>
              </a:extLst>
            </p:cNvPr>
            <p:cNvSpPr txBox="1"/>
            <p:nvPr/>
          </p:nvSpPr>
          <p:spPr>
            <a:xfrm>
              <a:off x="505045" y="3727066"/>
              <a:ext cx="13761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u="sng" dirty="0"/>
                <a:t>Corrective Action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65DB243-1A44-2D55-9705-99D6EFE4ABBB}"/>
                </a:ext>
              </a:extLst>
            </p:cNvPr>
            <p:cNvSpPr txBox="1"/>
            <p:nvPr/>
          </p:nvSpPr>
          <p:spPr>
            <a:xfrm>
              <a:off x="1881174" y="5274197"/>
              <a:ext cx="1470336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u="sng" dirty="0"/>
                <a:t>Preventive  Action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897DF84-873A-4476-0F6C-DD9E7E7FD80F}"/>
                </a:ext>
              </a:extLst>
            </p:cNvPr>
            <p:cNvSpPr/>
            <p:nvPr/>
          </p:nvSpPr>
          <p:spPr>
            <a:xfrm>
              <a:off x="507006" y="3965637"/>
              <a:ext cx="1376129" cy="118233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B2FF1D-D6DD-A627-1C72-25BED07AB1E0}"/>
                </a:ext>
              </a:extLst>
            </p:cNvPr>
            <p:cNvSpPr/>
            <p:nvPr/>
          </p:nvSpPr>
          <p:spPr>
            <a:xfrm>
              <a:off x="1881174" y="5551196"/>
              <a:ext cx="1470336" cy="118233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50" name="Arrow: Right 49">
              <a:extLst>
                <a:ext uri="{FF2B5EF4-FFF2-40B4-BE49-F238E27FC236}">
                  <a16:creationId xmlns:a16="http://schemas.microsoft.com/office/drawing/2014/main" id="{AEFBC28D-B7DE-FFEB-85BF-9A505EB44CCA}"/>
                </a:ext>
              </a:extLst>
            </p:cNvPr>
            <p:cNvSpPr/>
            <p:nvPr/>
          </p:nvSpPr>
          <p:spPr>
            <a:xfrm rot="16200000" flipH="1">
              <a:off x="7815731" y="4435040"/>
              <a:ext cx="282802" cy="23697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640BDC4-2B55-4916-9A7A-F12FE4715568}"/>
                </a:ext>
              </a:extLst>
            </p:cNvPr>
            <p:cNvSpPr txBox="1"/>
            <p:nvPr/>
          </p:nvSpPr>
          <p:spPr>
            <a:xfrm>
              <a:off x="7336540" y="4694525"/>
              <a:ext cx="1365542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u="sng" dirty="0"/>
                <a:t>Corrective Action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714A2F5-5E1C-DFCC-C75B-B0A7373B6402}"/>
                </a:ext>
              </a:extLst>
            </p:cNvPr>
            <p:cNvSpPr/>
            <p:nvPr/>
          </p:nvSpPr>
          <p:spPr>
            <a:xfrm>
              <a:off x="5188454" y="4951768"/>
              <a:ext cx="1629918" cy="1323708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8347E98-4247-996B-A032-CAFE1AE2527B}"/>
                </a:ext>
              </a:extLst>
            </p:cNvPr>
            <p:cNvSpPr/>
            <p:nvPr/>
          </p:nvSpPr>
          <p:spPr>
            <a:xfrm>
              <a:off x="5853085" y="1234484"/>
              <a:ext cx="1642362" cy="7415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41937713-F74E-7A38-C0B7-7A1B47809D45}"/>
                </a:ext>
              </a:extLst>
            </p:cNvPr>
            <p:cNvCxnSpPr>
              <a:cxnSpLocks/>
              <a:stCxn id="4" idx="2"/>
              <a:endCxn id="40" idx="0"/>
            </p:cNvCxnSpPr>
            <p:nvPr/>
          </p:nvCxnSpPr>
          <p:spPr>
            <a:xfrm rot="5400000">
              <a:off x="5598226" y="1430103"/>
              <a:ext cx="530074" cy="162200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72480DBF-09D4-0040-FCB8-12465660CBDF}"/>
                </a:ext>
              </a:extLst>
            </p:cNvPr>
            <p:cNvCxnSpPr>
              <a:cxnSpLocks/>
              <a:stCxn id="4" idx="2"/>
              <a:endCxn id="39" idx="0"/>
            </p:cNvCxnSpPr>
            <p:nvPr/>
          </p:nvCxnSpPr>
          <p:spPr>
            <a:xfrm rot="16200000" flipH="1">
              <a:off x="7077687" y="1572648"/>
              <a:ext cx="537680" cy="134452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F05A12C-8FE7-BDF8-5D64-B60F109CAEA8}"/>
                </a:ext>
              </a:extLst>
            </p:cNvPr>
            <p:cNvSpPr/>
            <p:nvPr/>
          </p:nvSpPr>
          <p:spPr>
            <a:xfrm>
              <a:off x="7197607" y="2513749"/>
              <a:ext cx="1642362" cy="7415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3890F86-22BA-95A2-6E97-C362116B8A46}"/>
                </a:ext>
              </a:extLst>
            </p:cNvPr>
            <p:cNvSpPr/>
            <p:nvPr/>
          </p:nvSpPr>
          <p:spPr>
            <a:xfrm>
              <a:off x="4231078" y="2506143"/>
              <a:ext cx="1642362" cy="7415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C8BAF38-5407-2E4F-2E3E-26D455C5BC5E}"/>
                </a:ext>
              </a:extLst>
            </p:cNvPr>
            <p:cNvSpPr/>
            <p:nvPr/>
          </p:nvSpPr>
          <p:spPr>
            <a:xfrm>
              <a:off x="3433392" y="3638168"/>
              <a:ext cx="1642362" cy="741585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64FFE34E-E4E8-94CC-9271-E8491C6A0C0E}"/>
                </a:ext>
              </a:extLst>
            </p:cNvPr>
            <p:cNvCxnSpPr>
              <a:cxnSpLocks/>
              <a:stCxn id="40" idx="2"/>
              <a:endCxn id="47" idx="0"/>
            </p:cNvCxnSpPr>
            <p:nvPr/>
          </p:nvCxnSpPr>
          <p:spPr>
            <a:xfrm rot="5400000">
              <a:off x="4458196" y="3044105"/>
              <a:ext cx="390440" cy="79768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1A2CC1B-B2ED-BC7B-7517-62F214D60E52}"/>
                </a:ext>
              </a:extLst>
            </p:cNvPr>
            <p:cNvSpPr/>
            <p:nvPr/>
          </p:nvSpPr>
          <p:spPr>
            <a:xfrm>
              <a:off x="5176010" y="3640562"/>
              <a:ext cx="1642362" cy="7415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BAFE789D-9929-A9BB-F380-40CE4F7987EB}"/>
                </a:ext>
              </a:extLst>
            </p:cNvPr>
            <p:cNvCxnSpPr>
              <a:cxnSpLocks/>
              <a:stCxn id="40" idx="2"/>
              <a:endCxn id="53" idx="0"/>
            </p:cNvCxnSpPr>
            <p:nvPr/>
          </p:nvCxnSpPr>
          <p:spPr>
            <a:xfrm rot="16200000" flipH="1">
              <a:off x="5328308" y="2971679"/>
              <a:ext cx="392834" cy="94493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83E47B7-C08A-7059-AC41-DC1B8C271CCB}"/>
                </a:ext>
              </a:extLst>
            </p:cNvPr>
            <p:cNvSpPr/>
            <p:nvPr/>
          </p:nvSpPr>
          <p:spPr>
            <a:xfrm>
              <a:off x="7198130" y="3638168"/>
              <a:ext cx="1642362" cy="741585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06F4B06-519A-46B8-ECB0-4393FFB83581}"/>
                </a:ext>
              </a:extLst>
            </p:cNvPr>
            <p:cNvCxnSpPr>
              <a:stCxn id="39" idx="2"/>
              <a:endCxn id="59" idx="0"/>
            </p:cNvCxnSpPr>
            <p:nvPr/>
          </p:nvCxnSpPr>
          <p:spPr>
            <a:xfrm>
              <a:off x="8018788" y="3255334"/>
              <a:ext cx="523" cy="3828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FA9AE08-F2AE-24A5-BBAD-7A9567A75AE2}"/>
                </a:ext>
              </a:extLst>
            </p:cNvPr>
            <p:cNvSpPr/>
            <p:nvPr/>
          </p:nvSpPr>
          <p:spPr>
            <a:xfrm>
              <a:off x="7240139" y="5023293"/>
              <a:ext cx="1642362" cy="1182335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74F54CEA-94D8-4DA3-94E6-0F7CBB522391}"/>
                </a:ext>
              </a:extLst>
            </p:cNvPr>
            <p:cNvCxnSpPr>
              <a:cxnSpLocks/>
              <a:stCxn id="53" idx="2"/>
              <a:endCxn id="12" idx="0"/>
            </p:cNvCxnSpPr>
            <p:nvPr/>
          </p:nvCxnSpPr>
          <p:spPr>
            <a:xfrm>
              <a:off x="5997191" y="4382147"/>
              <a:ext cx="6222" cy="5696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6973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D7CB60B5-FDB5-45E5-F137-FAB39FCC395A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D4) Root Cause Analysis : Detectability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42D6AF-42CA-7297-0F44-C88755F90DAD}"/>
              </a:ext>
            </a:extLst>
          </p:cNvPr>
          <p:cNvCxnSpPr>
            <a:cxnSpLocks/>
          </p:cNvCxnSpPr>
          <p:nvPr/>
        </p:nvCxnSpPr>
        <p:spPr>
          <a:xfrm flipV="1">
            <a:off x="17753" y="697258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C2DBF7-7F14-FF3A-9393-FC8B5620D23B}"/>
              </a:ext>
            </a:extLst>
          </p:cNvPr>
          <p:cNvSpPr txBox="1"/>
          <p:nvPr/>
        </p:nvSpPr>
        <p:spPr>
          <a:xfrm>
            <a:off x="12333767" y="0"/>
            <a:ext cx="194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F85DC-8443-9DD2-D471-D47B467FFC33}"/>
              </a:ext>
            </a:extLst>
          </p:cNvPr>
          <p:cNvSpPr/>
          <p:nvPr/>
        </p:nvSpPr>
        <p:spPr>
          <a:xfrm>
            <a:off x="116404" y="792805"/>
            <a:ext cx="67952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400" b="1" dirty="0">
                <a:solidFill>
                  <a:srgbClr val="00B0F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Detection Root Cause : Why cannot </a:t>
            </a:r>
            <a:r>
              <a:rPr lang="en-US" sz="1400" b="1" u="sng" dirty="0">
                <a:solidFill>
                  <a:srgbClr val="00B0F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detect</a:t>
            </a:r>
            <a:r>
              <a:rPr lang="en-US" sz="1400" b="1" dirty="0">
                <a:solidFill>
                  <a:srgbClr val="00B0F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? (Detectability)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72940B-604B-9781-A37A-2EDDB39CFBBA}"/>
              </a:ext>
            </a:extLst>
          </p:cNvPr>
          <p:cNvSpPr txBox="1"/>
          <p:nvPr/>
        </p:nvSpPr>
        <p:spPr>
          <a:xfrm>
            <a:off x="7725262" y="6334780"/>
            <a:ext cx="45305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B0F0"/>
                </a:solidFill>
              </a:rPr>
              <a:t>*Please elaborate at least in 2 tiers</a:t>
            </a:r>
          </a:p>
          <a:p>
            <a:r>
              <a:rPr lang="en-US" sz="1400" i="1" dirty="0">
                <a:solidFill>
                  <a:srgbClr val="00B0F0"/>
                </a:solidFill>
              </a:rPr>
              <a:t>*Actual root cause is highlighted in yellow for further action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209EE29-D34E-2D7E-C240-0E37AD496985}"/>
              </a:ext>
            </a:extLst>
          </p:cNvPr>
          <p:cNvGrpSpPr/>
          <p:nvPr/>
        </p:nvGrpSpPr>
        <p:grpSpPr>
          <a:xfrm>
            <a:off x="898449" y="1166874"/>
            <a:ext cx="8377456" cy="5499047"/>
            <a:chOff x="505045" y="1234484"/>
            <a:chExt cx="8377456" cy="5499047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939EFD8D-4B6E-A3CA-9B52-A33190BA764D}"/>
                </a:ext>
              </a:extLst>
            </p:cNvPr>
            <p:cNvSpPr/>
            <p:nvPr/>
          </p:nvSpPr>
          <p:spPr>
            <a:xfrm flipH="1">
              <a:off x="1900931" y="3767092"/>
              <a:ext cx="1879296" cy="23697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C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303C172E-DF64-E50E-11F3-852E1DBDDC36}"/>
                </a:ext>
              </a:extLst>
            </p:cNvPr>
            <p:cNvSpPr/>
            <p:nvPr/>
          </p:nvSpPr>
          <p:spPr>
            <a:xfrm flipH="1">
              <a:off x="3371130" y="5386543"/>
              <a:ext cx="1879296" cy="23697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C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3586219-2483-1456-2460-476F53B8AF4A}"/>
                </a:ext>
              </a:extLst>
            </p:cNvPr>
            <p:cNvSpPr txBox="1"/>
            <p:nvPr/>
          </p:nvSpPr>
          <p:spPr>
            <a:xfrm>
              <a:off x="505045" y="3727066"/>
              <a:ext cx="13761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u="sng" dirty="0"/>
                <a:t>Corrective Action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F525326-D25D-7C18-561E-96CCB3D0DC2D}"/>
                </a:ext>
              </a:extLst>
            </p:cNvPr>
            <p:cNvSpPr txBox="1"/>
            <p:nvPr/>
          </p:nvSpPr>
          <p:spPr>
            <a:xfrm>
              <a:off x="1881174" y="5274197"/>
              <a:ext cx="1470336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u="sng" dirty="0"/>
                <a:t>Preventive  Action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4EAACF1-D334-3467-812D-ACF9E2AADAE4}"/>
                </a:ext>
              </a:extLst>
            </p:cNvPr>
            <p:cNvSpPr/>
            <p:nvPr/>
          </p:nvSpPr>
          <p:spPr>
            <a:xfrm>
              <a:off x="507006" y="3965637"/>
              <a:ext cx="1376129" cy="118233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50BB0D2-D0CB-7F78-70D0-9978F458979F}"/>
                </a:ext>
              </a:extLst>
            </p:cNvPr>
            <p:cNvSpPr/>
            <p:nvPr/>
          </p:nvSpPr>
          <p:spPr>
            <a:xfrm>
              <a:off x="1881174" y="5551196"/>
              <a:ext cx="1470336" cy="118233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32C09650-A357-0643-350C-907CD586667B}"/>
                </a:ext>
              </a:extLst>
            </p:cNvPr>
            <p:cNvSpPr/>
            <p:nvPr/>
          </p:nvSpPr>
          <p:spPr>
            <a:xfrm rot="16200000" flipH="1">
              <a:off x="7815731" y="4435040"/>
              <a:ext cx="282802" cy="23697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0D8A72A-0967-B569-2169-B36938E3E830}"/>
                </a:ext>
              </a:extLst>
            </p:cNvPr>
            <p:cNvSpPr txBox="1"/>
            <p:nvPr/>
          </p:nvSpPr>
          <p:spPr>
            <a:xfrm>
              <a:off x="7336540" y="4694525"/>
              <a:ext cx="1365542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u="sng" dirty="0"/>
                <a:t>Corrective Action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3AE4B95-7AA9-3AB5-5F74-0F8536C41454}"/>
                </a:ext>
              </a:extLst>
            </p:cNvPr>
            <p:cNvSpPr/>
            <p:nvPr/>
          </p:nvSpPr>
          <p:spPr>
            <a:xfrm>
              <a:off x="5188454" y="4951768"/>
              <a:ext cx="1629918" cy="1323708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C6DAC6B-54EF-3D66-E493-7B62A54DC795}"/>
                </a:ext>
              </a:extLst>
            </p:cNvPr>
            <p:cNvSpPr/>
            <p:nvPr/>
          </p:nvSpPr>
          <p:spPr>
            <a:xfrm>
              <a:off x="5853085" y="1234484"/>
              <a:ext cx="1642362" cy="7415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98E68C8A-2EF3-8556-67DE-29D808876384}"/>
                </a:ext>
              </a:extLst>
            </p:cNvPr>
            <p:cNvCxnSpPr>
              <a:cxnSpLocks/>
              <a:stCxn id="26" idx="2"/>
              <a:endCxn id="30" idx="0"/>
            </p:cNvCxnSpPr>
            <p:nvPr/>
          </p:nvCxnSpPr>
          <p:spPr>
            <a:xfrm rot="5400000">
              <a:off x="5598226" y="1430103"/>
              <a:ext cx="530074" cy="162200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630D79A8-0A42-9C2D-0B60-54F2F6C250FC}"/>
                </a:ext>
              </a:extLst>
            </p:cNvPr>
            <p:cNvCxnSpPr>
              <a:cxnSpLocks/>
              <a:stCxn id="26" idx="2"/>
              <a:endCxn id="29" idx="0"/>
            </p:cNvCxnSpPr>
            <p:nvPr/>
          </p:nvCxnSpPr>
          <p:spPr>
            <a:xfrm rot="16200000" flipH="1">
              <a:off x="7077687" y="1572648"/>
              <a:ext cx="537680" cy="134452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60638AF-B9DB-D0AB-CADA-3B5FBAA9D6DD}"/>
                </a:ext>
              </a:extLst>
            </p:cNvPr>
            <p:cNvSpPr/>
            <p:nvPr/>
          </p:nvSpPr>
          <p:spPr>
            <a:xfrm>
              <a:off x="7197607" y="2513749"/>
              <a:ext cx="1642362" cy="7415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238317B-C53A-E164-707E-8638D2961296}"/>
                </a:ext>
              </a:extLst>
            </p:cNvPr>
            <p:cNvSpPr/>
            <p:nvPr/>
          </p:nvSpPr>
          <p:spPr>
            <a:xfrm>
              <a:off x="4231078" y="2506143"/>
              <a:ext cx="1642362" cy="7415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51F59B1-F408-9468-9816-C8D1F6138C92}"/>
                </a:ext>
              </a:extLst>
            </p:cNvPr>
            <p:cNvSpPr/>
            <p:nvPr/>
          </p:nvSpPr>
          <p:spPr>
            <a:xfrm>
              <a:off x="3433392" y="3638168"/>
              <a:ext cx="1642362" cy="741585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6F47AE15-0E30-8CC0-596A-E05A03A0CA29}"/>
                </a:ext>
              </a:extLst>
            </p:cNvPr>
            <p:cNvCxnSpPr>
              <a:cxnSpLocks/>
              <a:stCxn id="30" idx="2"/>
              <a:endCxn id="31" idx="0"/>
            </p:cNvCxnSpPr>
            <p:nvPr/>
          </p:nvCxnSpPr>
          <p:spPr>
            <a:xfrm rot="5400000">
              <a:off x="4458196" y="3044105"/>
              <a:ext cx="390440" cy="79768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14B2ADE-5017-C0D6-1E4E-087B356AB019}"/>
                </a:ext>
              </a:extLst>
            </p:cNvPr>
            <p:cNvSpPr/>
            <p:nvPr/>
          </p:nvSpPr>
          <p:spPr>
            <a:xfrm>
              <a:off x="5176010" y="3640562"/>
              <a:ext cx="1642362" cy="7415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8885D4F4-E91E-AA7B-58DE-3F6516E2AFE5}"/>
                </a:ext>
              </a:extLst>
            </p:cNvPr>
            <p:cNvCxnSpPr>
              <a:cxnSpLocks/>
              <a:stCxn id="30" idx="2"/>
              <a:endCxn id="33" idx="0"/>
            </p:cNvCxnSpPr>
            <p:nvPr/>
          </p:nvCxnSpPr>
          <p:spPr>
            <a:xfrm rot="16200000" flipH="1">
              <a:off x="5328308" y="2971679"/>
              <a:ext cx="392834" cy="94493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5C3F7AF-1C89-0CD8-B386-73DA03A8B752}"/>
                </a:ext>
              </a:extLst>
            </p:cNvPr>
            <p:cNvSpPr/>
            <p:nvPr/>
          </p:nvSpPr>
          <p:spPr>
            <a:xfrm>
              <a:off x="7198130" y="3638168"/>
              <a:ext cx="1642362" cy="741585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F17FB2D-A385-39D6-A570-A35E5A0B4E8B}"/>
                </a:ext>
              </a:extLst>
            </p:cNvPr>
            <p:cNvCxnSpPr>
              <a:stCxn id="29" idx="2"/>
              <a:endCxn id="35" idx="0"/>
            </p:cNvCxnSpPr>
            <p:nvPr/>
          </p:nvCxnSpPr>
          <p:spPr>
            <a:xfrm>
              <a:off x="8018788" y="3255334"/>
              <a:ext cx="523" cy="3828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13C792A-2805-4EC8-3D3B-1BCE9101A019}"/>
                </a:ext>
              </a:extLst>
            </p:cNvPr>
            <p:cNvSpPr/>
            <p:nvPr/>
          </p:nvSpPr>
          <p:spPr>
            <a:xfrm>
              <a:off x="7240139" y="5023293"/>
              <a:ext cx="1642362" cy="1182335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E81F604-EC53-3DBC-4B80-AF8BD8437435}"/>
                </a:ext>
              </a:extLst>
            </p:cNvPr>
            <p:cNvCxnSpPr>
              <a:cxnSpLocks/>
              <a:stCxn id="33" idx="2"/>
              <a:endCxn id="25" idx="0"/>
            </p:cNvCxnSpPr>
            <p:nvPr/>
          </p:nvCxnSpPr>
          <p:spPr>
            <a:xfrm>
              <a:off x="5997191" y="4382147"/>
              <a:ext cx="6222" cy="5696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2285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D7CB60B5-FDB5-45E5-F137-FAB39FCC395A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D4) Root Cause Analysis : QMS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42D6AF-42CA-7297-0F44-C88755F90DAD}"/>
              </a:ext>
            </a:extLst>
          </p:cNvPr>
          <p:cNvCxnSpPr>
            <a:cxnSpLocks/>
          </p:cNvCxnSpPr>
          <p:nvPr/>
        </p:nvCxnSpPr>
        <p:spPr>
          <a:xfrm flipV="1">
            <a:off x="17753" y="697258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C2DBF7-7F14-FF3A-9393-FC8B5620D23B}"/>
              </a:ext>
            </a:extLst>
          </p:cNvPr>
          <p:cNvSpPr txBox="1"/>
          <p:nvPr/>
        </p:nvSpPr>
        <p:spPr>
          <a:xfrm>
            <a:off x="12333767" y="0"/>
            <a:ext cx="194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F85DC-8443-9DD2-D471-D47B467FFC33}"/>
              </a:ext>
            </a:extLst>
          </p:cNvPr>
          <p:cNvSpPr/>
          <p:nvPr/>
        </p:nvSpPr>
        <p:spPr>
          <a:xfrm>
            <a:off x="116404" y="792805"/>
            <a:ext cx="808129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400" b="1" dirty="0">
                <a:solidFill>
                  <a:srgbClr val="00B0F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System Root Cause : Why cannot </a:t>
            </a:r>
            <a:r>
              <a:rPr lang="en-US" sz="1400" b="1" u="sng" dirty="0">
                <a:solidFill>
                  <a:srgbClr val="00B0F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prevent problem</a:t>
            </a:r>
            <a:r>
              <a:rPr lang="en-US" sz="1400" b="1" dirty="0">
                <a:solidFill>
                  <a:srgbClr val="00B0F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? </a:t>
            </a:r>
            <a:r>
              <a:rPr lang="en-US" sz="1400" b="1" dirty="0">
                <a:solidFill>
                  <a:srgbClr val="00B0F0"/>
                </a:solidFill>
              </a:rPr>
              <a:t>(Procedure, Control &amp; System)</a:t>
            </a:r>
            <a:endParaRPr lang="en-US" sz="1400" b="1" dirty="0">
              <a:solidFill>
                <a:srgbClr val="00B0F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22037-026F-7873-2CAF-68E56DCDCF24}"/>
              </a:ext>
            </a:extLst>
          </p:cNvPr>
          <p:cNvSpPr txBox="1"/>
          <p:nvPr/>
        </p:nvSpPr>
        <p:spPr>
          <a:xfrm>
            <a:off x="7725262" y="6334780"/>
            <a:ext cx="45305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B0F0"/>
                </a:solidFill>
              </a:rPr>
              <a:t>*Please elaborate at least in 2 tiers</a:t>
            </a:r>
          </a:p>
          <a:p>
            <a:r>
              <a:rPr lang="en-US" sz="1400" i="1" dirty="0">
                <a:solidFill>
                  <a:srgbClr val="00B0F0"/>
                </a:solidFill>
              </a:rPr>
              <a:t>*Actual root cause is highlighted in yellow for further action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A9C2A0-1C17-90F7-73BA-D78BC45E4B91}"/>
              </a:ext>
            </a:extLst>
          </p:cNvPr>
          <p:cNvGrpSpPr/>
          <p:nvPr/>
        </p:nvGrpSpPr>
        <p:grpSpPr>
          <a:xfrm>
            <a:off x="505045" y="1234484"/>
            <a:ext cx="8377456" cy="5499047"/>
            <a:chOff x="505045" y="1234484"/>
            <a:chExt cx="8377456" cy="5499047"/>
          </a:xfrm>
        </p:grpSpPr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E99E766E-8425-FA5B-2D21-7E5DBD88A0EF}"/>
                </a:ext>
              </a:extLst>
            </p:cNvPr>
            <p:cNvSpPr/>
            <p:nvPr/>
          </p:nvSpPr>
          <p:spPr>
            <a:xfrm flipH="1">
              <a:off x="1900931" y="3767092"/>
              <a:ext cx="1879296" cy="23697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C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A026B750-BB61-1F88-F0C2-FA47356B2C48}"/>
                </a:ext>
              </a:extLst>
            </p:cNvPr>
            <p:cNvSpPr/>
            <p:nvPr/>
          </p:nvSpPr>
          <p:spPr>
            <a:xfrm flipH="1">
              <a:off x="3371130" y="5386543"/>
              <a:ext cx="1879296" cy="23697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C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ABF008-B745-9ED0-BADC-966FC0C845B4}"/>
                </a:ext>
              </a:extLst>
            </p:cNvPr>
            <p:cNvSpPr txBox="1"/>
            <p:nvPr/>
          </p:nvSpPr>
          <p:spPr>
            <a:xfrm>
              <a:off x="505045" y="3727066"/>
              <a:ext cx="13761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u="sng" dirty="0"/>
                <a:t>Corrective Action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BB6EDF-3B27-A678-3F47-CDE94A2B538A}"/>
                </a:ext>
              </a:extLst>
            </p:cNvPr>
            <p:cNvSpPr txBox="1"/>
            <p:nvPr/>
          </p:nvSpPr>
          <p:spPr>
            <a:xfrm>
              <a:off x="1881174" y="5274197"/>
              <a:ext cx="1470336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u="sng" dirty="0"/>
                <a:t>Preventive  Action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71C997A-E947-616B-2493-3EB30FA3A367}"/>
                </a:ext>
              </a:extLst>
            </p:cNvPr>
            <p:cNvSpPr/>
            <p:nvPr/>
          </p:nvSpPr>
          <p:spPr>
            <a:xfrm>
              <a:off x="507006" y="3965637"/>
              <a:ext cx="1376129" cy="118233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2F4A9F-4D1D-3F9B-5811-8103C99EE10A}"/>
                </a:ext>
              </a:extLst>
            </p:cNvPr>
            <p:cNvSpPr/>
            <p:nvPr/>
          </p:nvSpPr>
          <p:spPr>
            <a:xfrm>
              <a:off x="1881174" y="5551196"/>
              <a:ext cx="1470336" cy="118233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10A73586-13B8-AB30-7A36-A90E21769FD3}"/>
                </a:ext>
              </a:extLst>
            </p:cNvPr>
            <p:cNvSpPr/>
            <p:nvPr/>
          </p:nvSpPr>
          <p:spPr>
            <a:xfrm rot="16200000" flipH="1">
              <a:off x="7815731" y="4435040"/>
              <a:ext cx="282802" cy="23697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D06E65-2186-A2D2-8FA5-62FC4D5C21FC}"/>
                </a:ext>
              </a:extLst>
            </p:cNvPr>
            <p:cNvSpPr txBox="1"/>
            <p:nvPr/>
          </p:nvSpPr>
          <p:spPr>
            <a:xfrm>
              <a:off x="7336540" y="4694525"/>
              <a:ext cx="1365542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u="sng" dirty="0"/>
                <a:t>Corrective Action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901E8C4-D1AA-5B13-CE68-4031252CC718}"/>
                </a:ext>
              </a:extLst>
            </p:cNvPr>
            <p:cNvSpPr/>
            <p:nvPr/>
          </p:nvSpPr>
          <p:spPr>
            <a:xfrm>
              <a:off x="5188454" y="4951768"/>
              <a:ext cx="1629918" cy="1323708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F594CEA-BE30-E302-48A5-251D5C8A62E8}"/>
                </a:ext>
              </a:extLst>
            </p:cNvPr>
            <p:cNvSpPr/>
            <p:nvPr/>
          </p:nvSpPr>
          <p:spPr>
            <a:xfrm>
              <a:off x="5853085" y="1234484"/>
              <a:ext cx="1642362" cy="7415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D2317484-BC2B-FB95-4598-7633CAC79231}"/>
                </a:ext>
              </a:extLst>
            </p:cNvPr>
            <p:cNvCxnSpPr>
              <a:cxnSpLocks/>
              <a:stCxn id="24" idx="2"/>
              <a:endCxn id="28" idx="0"/>
            </p:cNvCxnSpPr>
            <p:nvPr/>
          </p:nvCxnSpPr>
          <p:spPr>
            <a:xfrm rot="5400000">
              <a:off x="5598226" y="1430103"/>
              <a:ext cx="530074" cy="162200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897DCD91-2708-3F90-5CA4-597FABAD588B}"/>
                </a:ext>
              </a:extLst>
            </p:cNvPr>
            <p:cNvCxnSpPr>
              <a:cxnSpLocks/>
              <a:stCxn id="24" idx="2"/>
              <a:endCxn id="27" idx="0"/>
            </p:cNvCxnSpPr>
            <p:nvPr/>
          </p:nvCxnSpPr>
          <p:spPr>
            <a:xfrm rot="16200000" flipH="1">
              <a:off x="7077687" y="1572648"/>
              <a:ext cx="537680" cy="134452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8639982-7AEF-D707-BB81-9384608F6D69}"/>
                </a:ext>
              </a:extLst>
            </p:cNvPr>
            <p:cNvSpPr/>
            <p:nvPr/>
          </p:nvSpPr>
          <p:spPr>
            <a:xfrm>
              <a:off x="7197607" y="2513749"/>
              <a:ext cx="1642362" cy="7415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2882CE4-0092-366B-AF07-E0DB42DA8C02}"/>
                </a:ext>
              </a:extLst>
            </p:cNvPr>
            <p:cNvSpPr/>
            <p:nvPr/>
          </p:nvSpPr>
          <p:spPr>
            <a:xfrm>
              <a:off x="4231078" y="2506143"/>
              <a:ext cx="1642362" cy="7415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E547376-1BB8-CECD-7FCD-F56E5859BD03}"/>
                </a:ext>
              </a:extLst>
            </p:cNvPr>
            <p:cNvSpPr/>
            <p:nvPr/>
          </p:nvSpPr>
          <p:spPr>
            <a:xfrm>
              <a:off x="3433392" y="3638168"/>
              <a:ext cx="1642362" cy="741585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B2C99287-38DF-4B6C-D8C8-8FBA373049AF}"/>
                </a:ext>
              </a:extLst>
            </p:cNvPr>
            <p:cNvCxnSpPr>
              <a:cxnSpLocks/>
              <a:stCxn id="28" idx="2"/>
              <a:endCxn id="29" idx="0"/>
            </p:cNvCxnSpPr>
            <p:nvPr/>
          </p:nvCxnSpPr>
          <p:spPr>
            <a:xfrm rot="5400000">
              <a:off x="4458196" y="3044105"/>
              <a:ext cx="390440" cy="79768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9A6EEF5-9175-5D50-F022-9127D1AE8369}"/>
                </a:ext>
              </a:extLst>
            </p:cNvPr>
            <p:cNvSpPr/>
            <p:nvPr/>
          </p:nvSpPr>
          <p:spPr>
            <a:xfrm>
              <a:off x="5176010" y="3640562"/>
              <a:ext cx="1642362" cy="7415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843CD9DF-DBAA-ECD5-D3D6-A42802CF902B}"/>
                </a:ext>
              </a:extLst>
            </p:cNvPr>
            <p:cNvCxnSpPr>
              <a:cxnSpLocks/>
              <a:stCxn id="28" idx="2"/>
              <a:endCxn id="31" idx="0"/>
            </p:cNvCxnSpPr>
            <p:nvPr/>
          </p:nvCxnSpPr>
          <p:spPr>
            <a:xfrm rot="16200000" flipH="1">
              <a:off x="5328308" y="2971679"/>
              <a:ext cx="392834" cy="94493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2AF7400-92BC-2DDF-4EE6-9BD0AB6A86E3}"/>
                </a:ext>
              </a:extLst>
            </p:cNvPr>
            <p:cNvSpPr/>
            <p:nvPr/>
          </p:nvSpPr>
          <p:spPr>
            <a:xfrm>
              <a:off x="7198130" y="3638168"/>
              <a:ext cx="1642362" cy="741585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AA7A864-C08A-5235-E30A-4B0175C39070}"/>
                </a:ext>
              </a:extLst>
            </p:cNvPr>
            <p:cNvCxnSpPr>
              <a:stCxn id="27" idx="2"/>
              <a:endCxn id="33" idx="0"/>
            </p:cNvCxnSpPr>
            <p:nvPr/>
          </p:nvCxnSpPr>
          <p:spPr>
            <a:xfrm>
              <a:off x="8018788" y="3255334"/>
              <a:ext cx="523" cy="3828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4553866-9CE5-6860-038A-09A4E5CE24E1}"/>
                </a:ext>
              </a:extLst>
            </p:cNvPr>
            <p:cNvSpPr/>
            <p:nvPr/>
          </p:nvSpPr>
          <p:spPr>
            <a:xfrm>
              <a:off x="7240139" y="5023293"/>
              <a:ext cx="1642362" cy="1182335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EDABFD15-4B1C-8903-F74A-0AE2614D78FA}"/>
                </a:ext>
              </a:extLst>
            </p:cNvPr>
            <p:cNvCxnSpPr>
              <a:cxnSpLocks/>
              <a:stCxn id="31" idx="2"/>
              <a:endCxn id="23" idx="0"/>
            </p:cNvCxnSpPr>
            <p:nvPr/>
          </p:nvCxnSpPr>
          <p:spPr>
            <a:xfrm>
              <a:off x="5997191" y="4382147"/>
              <a:ext cx="6222" cy="5696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6304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95E454-C63F-2CB4-0EED-3B7193593E1B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D5) Corrective Actions(For 5M+1E)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71914B-E179-8E83-F7EE-B2F60E791973}"/>
              </a:ext>
            </a:extLst>
          </p:cNvPr>
          <p:cNvSpPr txBox="1"/>
          <p:nvPr/>
        </p:nvSpPr>
        <p:spPr>
          <a:xfrm>
            <a:off x="116404" y="756494"/>
            <a:ext cx="3934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sz="1400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Identify the short-term counter actions</a:t>
            </a:r>
            <a:endParaRPr kumimoji="1"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01046A4-C636-ED34-F4BA-04AF00B1B51B}"/>
              </a:ext>
            </a:extLst>
          </p:cNvPr>
          <p:cNvCxnSpPr>
            <a:cxnSpLocks/>
          </p:cNvCxnSpPr>
          <p:nvPr/>
        </p:nvCxnSpPr>
        <p:spPr>
          <a:xfrm flipV="1">
            <a:off x="-17753" y="690785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939312-8491-2741-C255-A07502DAB369}"/>
              </a:ext>
            </a:extLst>
          </p:cNvPr>
          <p:cNvSpPr txBox="1"/>
          <p:nvPr/>
        </p:nvSpPr>
        <p:spPr>
          <a:xfrm>
            <a:off x="12333767" y="0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Party </a:t>
            </a:r>
          </a:p>
        </p:txBody>
      </p:sp>
      <p:graphicFrame>
        <p:nvGraphicFramePr>
          <p:cNvPr id="8" name="表 1">
            <a:extLst>
              <a:ext uri="{FF2B5EF4-FFF2-40B4-BE49-F238E27FC236}">
                <a16:creationId xmlns:a16="http://schemas.microsoft.com/office/drawing/2014/main" id="{A6AF97DA-C5B5-280E-D178-DEC74D857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711317"/>
              </p:ext>
            </p:extLst>
          </p:nvPr>
        </p:nvGraphicFramePr>
        <p:xfrm>
          <a:off x="116404" y="1097733"/>
          <a:ext cx="11866045" cy="44539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7789">
                  <a:extLst>
                    <a:ext uri="{9D8B030D-6E8A-4147-A177-3AD203B41FA5}">
                      <a16:colId xmlns:a16="http://schemas.microsoft.com/office/drawing/2014/main" val="1556839060"/>
                    </a:ext>
                  </a:extLst>
                </a:gridCol>
                <a:gridCol w="5290552">
                  <a:extLst>
                    <a:ext uri="{9D8B030D-6E8A-4147-A177-3AD203B41FA5}">
                      <a16:colId xmlns:a16="http://schemas.microsoft.com/office/drawing/2014/main" val="1827274721"/>
                    </a:ext>
                  </a:extLst>
                </a:gridCol>
                <a:gridCol w="1481323">
                  <a:extLst>
                    <a:ext uri="{9D8B030D-6E8A-4147-A177-3AD203B41FA5}">
                      <a16:colId xmlns:a16="http://schemas.microsoft.com/office/drawing/2014/main" val="269179552"/>
                    </a:ext>
                  </a:extLst>
                </a:gridCol>
                <a:gridCol w="1126381">
                  <a:extLst>
                    <a:ext uri="{9D8B030D-6E8A-4147-A177-3AD203B41FA5}">
                      <a16:colId xmlns:a16="http://schemas.microsoft.com/office/drawing/2014/main" val="832008618"/>
                    </a:ext>
                  </a:extLst>
                </a:gridCol>
              </a:tblGrid>
              <a:tr h="781673">
                <a:tc>
                  <a:txBody>
                    <a:bodyPr/>
                    <a:lstStyle/>
                    <a:p>
                      <a:r>
                        <a:rPr kumimoji="1" lang="en-US" altLang="ja-JP" sz="1600" b="1" noProof="1">
                          <a:latin typeface="+mn-lt"/>
                        </a:rPr>
                        <a:t>Root</a:t>
                      </a:r>
                      <a:r>
                        <a:rPr kumimoji="1" lang="ja-JP" altLang="en-US" sz="1600" b="1" noProof="1">
                          <a:latin typeface="+mn-lt"/>
                        </a:rPr>
                        <a:t> Cause</a:t>
                      </a:r>
                      <a:endParaRPr kumimoji="1" lang="ja-JP" altLang="en-US" sz="1600" b="1" dirty="0"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1" noProof="1">
                          <a:latin typeface="+mn-lt"/>
                        </a:rPr>
                        <a:t>Details of measures</a:t>
                      </a:r>
                      <a:endParaRPr kumimoji="1" lang="ja-JP" altLang="en-US" sz="1600" b="1" kern="1200" dirty="0">
                        <a:solidFill>
                          <a:schemeClr val="lt1"/>
                        </a:solidFill>
                        <a:latin typeface="+mn-lt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 sz="1600" b="1" noProof="1">
                          <a:latin typeface="+mn-lt"/>
                        </a:rPr>
                        <a:t>Date of completion of measures</a:t>
                      </a:r>
                      <a:endParaRPr lang="ja-JP" altLang="en-US" sz="1600" b="1" dirty="0"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600" b="1" dirty="0">
                          <a:latin typeface="+mn-lt"/>
                          <a:ea typeface="Meiryo UI" panose="020B0604030504040204" pitchFamily="50" charset="-128"/>
                        </a:rPr>
                        <a:t>PIC</a:t>
                      </a:r>
                      <a:endParaRPr lang="ja-JP" altLang="en-US" sz="1600" b="1" dirty="0"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695014"/>
                  </a:ext>
                </a:extLst>
              </a:tr>
              <a:tr h="673294">
                <a:tc>
                  <a:txBody>
                    <a:bodyPr/>
                    <a:lstStyle/>
                    <a:p>
                      <a:pPr lvl="0"/>
                      <a:endParaRPr lang="en-US" sz="1600" b="1" dirty="0">
                        <a:latin typeface="+mn-lt"/>
                        <a:ea typeface="Meiryo" pitchFamily="34" charset="-128"/>
                        <a:cs typeface="Meiryo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en-US" altLang="ja-JP" sz="1600" b="1" dirty="0">
                        <a:solidFill>
                          <a:schemeClr val="tx1"/>
                        </a:solidFill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600" b="1" dirty="0">
                        <a:solidFill>
                          <a:schemeClr val="tx1"/>
                        </a:solidFill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575732"/>
                  </a:ext>
                </a:extLst>
              </a:tr>
              <a:tr h="739421">
                <a:tc>
                  <a:txBody>
                    <a:bodyPr/>
                    <a:lstStyle/>
                    <a:p>
                      <a:endParaRPr kumimoji="1" lang="ja-JP" altLang="en-US" sz="1600" b="1" dirty="0"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600" b="1" dirty="0">
                        <a:solidFill>
                          <a:schemeClr val="tx1"/>
                        </a:solidFill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600" b="1" dirty="0">
                        <a:solidFill>
                          <a:schemeClr val="tx1"/>
                        </a:solidFill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035125"/>
                  </a:ext>
                </a:extLst>
              </a:tr>
              <a:tr h="7394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446587"/>
                  </a:ext>
                </a:extLst>
              </a:tr>
              <a:tr h="7394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0662404"/>
                  </a:ext>
                </a:extLst>
              </a:tr>
              <a:tr h="7394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281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9815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95E454-C63F-2CB4-0EED-3B7193593E1B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D6) Corrective Actions(For 5M+1E)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71914B-E179-8E83-F7EE-B2F60E791973}"/>
              </a:ext>
            </a:extLst>
          </p:cNvPr>
          <p:cNvSpPr txBox="1"/>
          <p:nvPr/>
        </p:nvSpPr>
        <p:spPr>
          <a:xfrm>
            <a:off x="116404" y="735228"/>
            <a:ext cx="4316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sz="1400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Short term counter actions implementation</a:t>
            </a:r>
            <a:endParaRPr kumimoji="1"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8412B0-D60D-7727-B043-EAAACEB096BB}"/>
              </a:ext>
            </a:extLst>
          </p:cNvPr>
          <p:cNvSpPr txBox="1"/>
          <p:nvPr/>
        </p:nvSpPr>
        <p:spPr>
          <a:xfrm>
            <a:off x="92902" y="1106418"/>
            <a:ext cx="984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Before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595E3-6AC0-19C4-4277-51023ABF9271}"/>
              </a:ext>
            </a:extLst>
          </p:cNvPr>
          <p:cNvSpPr txBox="1"/>
          <p:nvPr/>
        </p:nvSpPr>
        <p:spPr>
          <a:xfrm>
            <a:off x="8468432" y="-23939"/>
            <a:ext cx="37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*</a:t>
            </a:r>
            <a:r>
              <a:rPr lang="en-US" sz="1400" i="1" dirty="0">
                <a:solidFill>
                  <a:srgbClr val="00B0F0"/>
                </a:solidFill>
              </a:rPr>
              <a:t>Please duplicate the slide if action more than 1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01046A4-C636-ED34-F4BA-04AF00B1B51B}"/>
              </a:ext>
            </a:extLst>
          </p:cNvPr>
          <p:cNvCxnSpPr>
            <a:cxnSpLocks/>
          </p:cNvCxnSpPr>
          <p:nvPr/>
        </p:nvCxnSpPr>
        <p:spPr>
          <a:xfrm flipV="1">
            <a:off x="-17753" y="690785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E4B2AF-AC52-D343-570C-612025CE1F37}"/>
              </a:ext>
            </a:extLst>
          </p:cNvPr>
          <p:cNvCxnSpPr>
            <a:cxnSpLocks/>
          </p:cNvCxnSpPr>
          <p:nvPr/>
        </p:nvCxnSpPr>
        <p:spPr>
          <a:xfrm>
            <a:off x="5807968" y="1062028"/>
            <a:ext cx="0" cy="5679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278546-D7F8-77FD-6DDC-B4849AE05D8F}"/>
              </a:ext>
            </a:extLst>
          </p:cNvPr>
          <p:cNvSpPr txBox="1"/>
          <p:nvPr/>
        </p:nvSpPr>
        <p:spPr>
          <a:xfrm>
            <a:off x="5827602" y="110641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After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939312-8491-2741-C255-A07502DAB369}"/>
              </a:ext>
            </a:extLst>
          </p:cNvPr>
          <p:cNvSpPr txBox="1"/>
          <p:nvPr/>
        </p:nvSpPr>
        <p:spPr>
          <a:xfrm>
            <a:off x="12333767" y="0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Party </a:t>
            </a:r>
          </a:p>
        </p:txBody>
      </p:sp>
    </p:spTree>
    <p:extLst>
      <p:ext uri="{BB962C8B-B14F-4D97-AF65-F5344CB8AC3E}">
        <p14:creationId xmlns:p14="http://schemas.microsoft.com/office/powerpoint/2010/main" val="3046387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95E454-C63F-2CB4-0EED-3B7193593E1B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D7) Preventive Actions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71914B-E179-8E83-F7EE-B2F60E791973}"/>
              </a:ext>
            </a:extLst>
          </p:cNvPr>
          <p:cNvSpPr txBox="1"/>
          <p:nvPr/>
        </p:nvSpPr>
        <p:spPr>
          <a:xfrm>
            <a:off x="116404" y="745861"/>
            <a:ext cx="38450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sz="1400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Identify the long-term counter actions</a:t>
            </a:r>
            <a:endParaRPr kumimoji="1"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01046A4-C636-ED34-F4BA-04AF00B1B51B}"/>
              </a:ext>
            </a:extLst>
          </p:cNvPr>
          <p:cNvCxnSpPr>
            <a:cxnSpLocks/>
          </p:cNvCxnSpPr>
          <p:nvPr/>
        </p:nvCxnSpPr>
        <p:spPr>
          <a:xfrm flipV="1">
            <a:off x="-17753" y="690785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939312-8491-2741-C255-A07502DAB369}"/>
              </a:ext>
            </a:extLst>
          </p:cNvPr>
          <p:cNvSpPr txBox="1"/>
          <p:nvPr/>
        </p:nvSpPr>
        <p:spPr>
          <a:xfrm>
            <a:off x="12333767" y="0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Party </a:t>
            </a:r>
          </a:p>
        </p:txBody>
      </p:sp>
      <p:graphicFrame>
        <p:nvGraphicFramePr>
          <p:cNvPr id="8" name="表 1">
            <a:extLst>
              <a:ext uri="{FF2B5EF4-FFF2-40B4-BE49-F238E27FC236}">
                <a16:creationId xmlns:a16="http://schemas.microsoft.com/office/drawing/2014/main" id="{A6AF97DA-C5B5-280E-D178-DEC74D857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481820"/>
              </p:ext>
            </p:extLst>
          </p:nvPr>
        </p:nvGraphicFramePr>
        <p:xfrm>
          <a:off x="116404" y="1097733"/>
          <a:ext cx="11866045" cy="37145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7789">
                  <a:extLst>
                    <a:ext uri="{9D8B030D-6E8A-4147-A177-3AD203B41FA5}">
                      <a16:colId xmlns:a16="http://schemas.microsoft.com/office/drawing/2014/main" val="1556839060"/>
                    </a:ext>
                  </a:extLst>
                </a:gridCol>
                <a:gridCol w="5290552">
                  <a:extLst>
                    <a:ext uri="{9D8B030D-6E8A-4147-A177-3AD203B41FA5}">
                      <a16:colId xmlns:a16="http://schemas.microsoft.com/office/drawing/2014/main" val="1827274721"/>
                    </a:ext>
                  </a:extLst>
                </a:gridCol>
                <a:gridCol w="1303852">
                  <a:extLst>
                    <a:ext uri="{9D8B030D-6E8A-4147-A177-3AD203B41FA5}">
                      <a16:colId xmlns:a16="http://schemas.microsoft.com/office/drawing/2014/main" val="269179552"/>
                    </a:ext>
                  </a:extLst>
                </a:gridCol>
                <a:gridCol w="1303852">
                  <a:extLst>
                    <a:ext uri="{9D8B030D-6E8A-4147-A177-3AD203B41FA5}">
                      <a16:colId xmlns:a16="http://schemas.microsoft.com/office/drawing/2014/main" val="832008618"/>
                    </a:ext>
                  </a:extLst>
                </a:gridCol>
              </a:tblGrid>
              <a:tr h="781673">
                <a:tc>
                  <a:txBody>
                    <a:bodyPr/>
                    <a:lstStyle/>
                    <a:p>
                      <a:r>
                        <a:rPr kumimoji="1" lang="en-US" altLang="ja-JP" sz="1600" b="1" noProof="1">
                          <a:latin typeface="+mn-lt"/>
                        </a:rPr>
                        <a:t>Root</a:t>
                      </a:r>
                      <a:r>
                        <a:rPr kumimoji="1" lang="ja-JP" altLang="en-US" sz="1600" b="1" noProof="1">
                          <a:latin typeface="+mn-lt"/>
                        </a:rPr>
                        <a:t> Cause</a:t>
                      </a:r>
                      <a:endParaRPr kumimoji="1" lang="ja-JP" altLang="en-US" sz="1600" b="1" dirty="0"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1" noProof="1">
                          <a:latin typeface="+mn-lt"/>
                        </a:rPr>
                        <a:t>Details of measures</a:t>
                      </a:r>
                      <a:r>
                        <a:rPr kumimoji="1" lang="en-US" altLang="ja-JP" sz="1600" b="1" kern="1200" noProof="1">
                          <a:solidFill>
                            <a:schemeClr val="lt1"/>
                          </a:solidFill>
                          <a:latin typeface="+mn-lt"/>
                        </a:rPr>
                        <a:t>orrective</a:t>
                      </a:r>
                      <a:r>
                        <a:rPr kumimoji="1" lang="en-US" altLang="ja-JP" sz="1600" b="1" noProof="1">
                          <a:solidFill>
                            <a:srgbClr val="FF0000"/>
                          </a:solidFill>
                          <a:latin typeface="+mn-lt"/>
                        </a:rPr>
                        <a:t> </a:t>
                      </a:r>
                      <a:r>
                        <a:rPr kumimoji="1" lang="en-US" altLang="ja-JP" sz="1600" b="1" kern="1200" noProof="1">
                          <a:solidFill>
                            <a:schemeClr val="lt1"/>
                          </a:solidFill>
                          <a:latin typeface="+mn-lt"/>
                        </a:rPr>
                        <a:t>actions</a:t>
                      </a:r>
                      <a:r>
                        <a:rPr kumimoji="1" lang="ja-JP" altLang="en-US" sz="1600" b="1" kern="1200" noProof="1">
                          <a:solidFill>
                            <a:schemeClr val="lt1"/>
                          </a:solidFill>
                          <a:latin typeface="+mn-lt"/>
                        </a:rPr>
                        <a:t>)</a:t>
                      </a:r>
                      <a:endParaRPr kumimoji="1" lang="ja-JP" altLang="en-US" sz="1600" b="1" kern="1200" dirty="0">
                        <a:solidFill>
                          <a:schemeClr val="lt1"/>
                        </a:solidFill>
                        <a:latin typeface="+mn-lt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 sz="1600" b="1" noProof="1">
                          <a:latin typeface="+mn-lt"/>
                        </a:rPr>
                        <a:t>Date of completion of measures</a:t>
                      </a:r>
                      <a:endParaRPr lang="ja-JP" altLang="en-US" sz="1600" b="1" dirty="0"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600" b="1" dirty="0">
                          <a:latin typeface="+mn-lt"/>
                          <a:ea typeface="Meiryo UI" panose="020B0604030504040204" pitchFamily="50" charset="-128"/>
                        </a:rPr>
                        <a:t>PIC</a:t>
                      </a:r>
                      <a:endParaRPr lang="ja-JP" altLang="en-US" sz="1600" b="1" dirty="0"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695014"/>
                  </a:ext>
                </a:extLst>
              </a:tr>
              <a:tr h="673294">
                <a:tc>
                  <a:txBody>
                    <a:bodyPr/>
                    <a:lstStyle/>
                    <a:p>
                      <a:pPr lvl="0" algn="l" defTabSz="102235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</a:pPr>
                      <a:endParaRPr lang="en-US" sz="1600" b="1" kern="1200" dirty="0">
                        <a:latin typeface="+mn-lt"/>
                        <a:ea typeface="Meiryo" pitchFamily="34" charset="-128"/>
                        <a:cs typeface="Meiryo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600" b="1" dirty="0">
                        <a:solidFill>
                          <a:schemeClr val="tx1"/>
                        </a:solidFill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600" b="1" dirty="0">
                        <a:solidFill>
                          <a:schemeClr val="tx1"/>
                        </a:solidFill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575732"/>
                  </a:ext>
                </a:extLst>
              </a:tr>
              <a:tr h="7394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latin typeface="+mn-lt"/>
                        <a:ea typeface="Meiryo" pitchFamily="34" charset="-128"/>
                        <a:cs typeface="Meiryo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600" b="1" i="0" dirty="0">
                        <a:solidFill>
                          <a:schemeClr val="tx1"/>
                        </a:solidFill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600" b="1" dirty="0">
                        <a:solidFill>
                          <a:schemeClr val="tx1"/>
                        </a:solidFill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035125"/>
                  </a:ext>
                </a:extLst>
              </a:tr>
              <a:tr h="7394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latin typeface="+mn-lt"/>
                        <a:ea typeface="Meiryo" pitchFamily="34" charset="-128"/>
                        <a:cs typeface="Meiryo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latin typeface="+mn-lt"/>
                        <a:ea typeface="Meiryo" pitchFamily="34" charset="-128"/>
                        <a:cs typeface="Meiryo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600" b="1" dirty="0">
                        <a:solidFill>
                          <a:schemeClr val="tx1"/>
                        </a:solidFill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600" b="1" dirty="0">
                        <a:solidFill>
                          <a:schemeClr val="tx1"/>
                        </a:solidFill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446587"/>
                  </a:ext>
                </a:extLst>
              </a:tr>
              <a:tr h="7394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600" b="1" dirty="0">
                        <a:solidFill>
                          <a:schemeClr val="tx1"/>
                        </a:solidFill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600" b="1" dirty="0">
                        <a:solidFill>
                          <a:schemeClr val="tx1"/>
                        </a:solidFill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0662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3847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95E454-C63F-2CB4-0EED-3B7193593E1B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D7) Preventive Actions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71914B-E179-8E83-F7EE-B2F60E791973}"/>
              </a:ext>
            </a:extLst>
          </p:cNvPr>
          <p:cNvSpPr txBox="1"/>
          <p:nvPr/>
        </p:nvSpPr>
        <p:spPr>
          <a:xfrm>
            <a:off x="116404" y="735228"/>
            <a:ext cx="38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sz="1400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Identify the Long-term counter actions</a:t>
            </a:r>
            <a:endParaRPr kumimoji="1"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01046A4-C636-ED34-F4BA-04AF00B1B51B}"/>
              </a:ext>
            </a:extLst>
          </p:cNvPr>
          <p:cNvCxnSpPr>
            <a:cxnSpLocks/>
          </p:cNvCxnSpPr>
          <p:nvPr/>
        </p:nvCxnSpPr>
        <p:spPr>
          <a:xfrm flipV="1">
            <a:off x="-17753" y="690785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939312-8491-2741-C255-A07502DAB369}"/>
              </a:ext>
            </a:extLst>
          </p:cNvPr>
          <p:cNvSpPr txBox="1"/>
          <p:nvPr/>
        </p:nvSpPr>
        <p:spPr>
          <a:xfrm>
            <a:off x="12333767" y="0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Party 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F092303-BB69-2A63-AE1E-E668C2FA0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552728"/>
            <a:ext cx="407369" cy="260648"/>
          </a:xfrm>
        </p:spPr>
        <p:txBody>
          <a:bodyPr/>
          <a:lstStyle/>
          <a:p>
            <a:fld id="{64A48AFB-CD74-43A0-B923-392EEF9A2569}" type="slidenum">
              <a:rPr lang="en-US" smtClean="0"/>
              <a:t>15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09AB760-8BD9-94E1-3472-D8DF0D3D9A60}"/>
              </a:ext>
            </a:extLst>
          </p:cNvPr>
          <p:cNvSpPr txBox="1">
            <a:spLocks/>
          </p:cNvSpPr>
          <p:nvPr/>
        </p:nvSpPr>
        <p:spPr>
          <a:xfrm>
            <a:off x="11712624" y="6552728"/>
            <a:ext cx="407369" cy="260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A48AFB-CD74-43A0-B923-392EEF9A256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B8E85A-B6B3-4DC9-F55A-1238332819A9}"/>
              </a:ext>
            </a:extLst>
          </p:cNvPr>
          <p:cNvSpPr txBox="1"/>
          <p:nvPr/>
        </p:nvSpPr>
        <p:spPr>
          <a:xfrm>
            <a:off x="92902" y="1106418"/>
            <a:ext cx="984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Before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66C9D-875F-1DA6-B7DC-B80327227050}"/>
              </a:ext>
            </a:extLst>
          </p:cNvPr>
          <p:cNvSpPr txBox="1"/>
          <p:nvPr/>
        </p:nvSpPr>
        <p:spPr>
          <a:xfrm>
            <a:off x="5827602" y="110641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After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EE0B58-1E70-C491-242B-E9BAA1CDC5CD}"/>
              </a:ext>
            </a:extLst>
          </p:cNvPr>
          <p:cNvCxnSpPr>
            <a:cxnSpLocks/>
          </p:cNvCxnSpPr>
          <p:nvPr/>
        </p:nvCxnSpPr>
        <p:spPr>
          <a:xfrm>
            <a:off x="5380429" y="1048065"/>
            <a:ext cx="0" cy="5679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974C023-7BA8-6647-995C-B558EE349071}"/>
              </a:ext>
            </a:extLst>
          </p:cNvPr>
          <p:cNvSpPr txBox="1"/>
          <p:nvPr/>
        </p:nvSpPr>
        <p:spPr>
          <a:xfrm>
            <a:off x="8468432" y="-23939"/>
            <a:ext cx="37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*</a:t>
            </a:r>
            <a:r>
              <a:rPr lang="en-US" sz="1400" i="1" dirty="0">
                <a:solidFill>
                  <a:srgbClr val="00B0F0"/>
                </a:solidFill>
              </a:rPr>
              <a:t>Please duplicate the slide if action more than 1</a:t>
            </a:r>
          </a:p>
        </p:txBody>
      </p:sp>
    </p:spTree>
    <p:extLst>
      <p:ext uri="{BB962C8B-B14F-4D97-AF65-F5344CB8AC3E}">
        <p14:creationId xmlns:p14="http://schemas.microsoft.com/office/powerpoint/2010/main" val="2882799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271B61-E9B0-52A8-89C8-DE595ABF5861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D7) Prevent Recurrence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56A7F-AB0D-1F4E-AC9C-742AE566DAEC}"/>
              </a:ext>
            </a:extLst>
          </p:cNvPr>
          <p:cNvSpPr txBox="1"/>
          <p:nvPr/>
        </p:nvSpPr>
        <p:spPr>
          <a:xfrm>
            <a:off x="170658" y="796019"/>
            <a:ext cx="12003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Prevent problem from recurring to similar system/ product. </a:t>
            </a:r>
            <a:endParaRPr kumimoji="1"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DC5294-F861-8FCB-C62D-0BB871BA4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917817"/>
              </p:ext>
            </p:extLst>
          </p:nvPr>
        </p:nvGraphicFramePr>
        <p:xfrm>
          <a:off x="325492" y="1205862"/>
          <a:ext cx="11505510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382">
                  <a:extLst>
                    <a:ext uri="{9D8B030D-6E8A-4147-A177-3AD203B41FA5}">
                      <a16:colId xmlns:a16="http://schemas.microsoft.com/office/drawing/2014/main" val="2221618757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2822903578"/>
                    </a:ext>
                  </a:extLst>
                </a:gridCol>
                <a:gridCol w="4108400">
                  <a:extLst>
                    <a:ext uri="{9D8B030D-6E8A-4147-A177-3AD203B41FA5}">
                      <a16:colId xmlns:a16="http://schemas.microsoft.com/office/drawing/2014/main" val="3204331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Reflections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976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Any other system/ product potentially 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95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If yes, what are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the system/ product?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994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If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yes, do you extend the preventive action to other system/ product?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614167"/>
                  </a:ext>
                </a:extLst>
              </a:tr>
            </a:tbl>
          </a:graphicData>
        </a:graphic>
      </p:graphicFrame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0190356-F7EB-61AE-30A3-60DD28F8BF98}"/>
              </a:ext>
            </a:extLst>
          </p:cNvPr>
          <p:cNvCxnSpPr>
            <a:cxnSpLocks/>
          </p:cNvCxnSpPr>
          <p:nvPr/>
        </p:nvCxnSpPr>
        <p:spPr>
          <a:xfrm flipV="1">
            <a:off x="-17753" y="690785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3CAC803-AA6F-D0AC-8551-A8FB06FC44A2}"/>
              </a:ext>
            </a:extLst>
          </p:cNvPr>
          <p:cNvSpPr txBox="1"/>
          <p:nvPr/>
        </p:nvSpPr>
        <p:spPr>
          <a:xfrm>
            <a:off x="12333767" y="0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Party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5492" y="3059668"/>
            <a:ext cx="4435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Remark:</a:t>
            </a:r>
          </a:p>
        </p:txBody>
      </p:sp>
    </p:spTree>
    <p:extLst>
      <p:ext uri="{BB962C8B-B14F-4D97-AF65-F5344CB8AC3E}">
        <p14:creationId xmlns:p14="http://schemas.microsoft.com/office/powerpoint/2010/main" val="3252917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1FB28A8-0A98-A8D0-3286-D3B3296699F4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Improvement Implementation Verification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543A2B-09BE-3337-CA4B-5CFCB23156EF}"/>
              </a:ext>
            </a:extLst>
          </p:cNvPr>
          <p:cNvSpPr txBox="1"/>
          <p:nvPr/>
        </p:nvSpPr>
        <p:spPr>
          <a:xfrm>
            <a:off x="96981" y="852675"/>
            <a:ext cx="11829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1200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SCM will verify the action from this sheet. Verification shall involve specialist. </a:t>
            </a:r>
            <a:endParaRPr kumimoji="1"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DA6C4F-2A8A-D202-1F17-A41B8DB25DDF}"/>
              </a:ext>
            </a:extLst>
          </p:cNvPr>
          <p:cNvCxnSpPr>
            <a:cxnSpLocks/>
          </p:cNvCxnSpPr>
          <p:nvPr/>
        </p:nvCxnSpPr>
        <p:spPr>
          <a:xfrm flipV="1">
            <a:off x="-17753" y="690785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F94A85B-901F-6C5A-A101-1857568E5335}"/>
              </a:ext>
            </a:extLst>
          </p:cNvPr>
          <p:cNvSpPr txBox="1"/>
          <p:nvPr/>
        </p:nvSpPr>
        <p:spPr>
          <a:xfrm>
            <a:off x="12333767" y="0"/>
            <a:ext cx="2090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</a:t>
            </a:r>
            <a:r>
              <a:rPr lang="en-US" dirty="0" err="1"/>
              <a:t>Reponsible</a:t>
            </a:r>
            <a:r>
              <a:rPr lang="en-US" dirty="0"/>
              <a:t> Party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5A7FFAD-CF5E-E302-0ABB-14D69F6FD8EA}"/>
              </a:ext>
            </a:extLst>
          </p:cNvPr>
          <p:cNvGrpSpPr/>
          <p:nvPr/>
        </p:nvGrpSpPr>
        <p:grpSpPr>
          <a:xfrm>
            <a:off x="7967264" y="4900326"/>
            <a:ext cx="3959441" cy="1835347"/>
            <a:chOff x="29123" y="5135058"/>
            <a:chExt cx="3959441" cy="183534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EA7C016-DCF6-7C32-CB87-8981FB7ED0C8}"/>
                </a:ext>
              </a:extLst>
            </p:cNvPr>
            <p:cNvSpPr txBox="1"/>
            <p:nvPr/>
          </p:nvSpPr>
          <p:spPr>
            <a:xfrm>
              <a:off x="310630" y="513505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2E4AF2D-ED71-1F09-515D-8250D8532001}"/>
                </a:ext>
              </a:extLst>
            </p:cNvPr>
            <p:cNvGrpSpPr/>
            <p:nvPr/>
          </p:nvGrpSpPr>
          <p:grpSpPr>
            <a:xfrm>
              <a:off x="29123" y="5427694"/>
              <a:ext cx="3959441" cy="1542711"/>
              <a:chOff x="29123" y="5427694"/>
              <a:chExt cx="3959441" cy="1542711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36767CF-08A8-5C66-7E58-5B76A729598D}"/>
                  </a:ext>
                </a:extLst>
              </p:cNvPr>
              <p:cNvGrpSpPr/>
              <p:nvPr/>
            </p:nvGrpSpPr>
            <p:grpSpPr>
              <a:xfrm>
                <a:off x="29123" y="5427694"/>
                <a:ext cx="1979724" cy="1542711"/>
                <a:chOff x="8868804" y="4735777"/>
                <a:chExt cx="1979724" cy="1542711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E81731E-D6E7-416F-999A-435F8D543B65}"/>
                    </a:ext>
                  </a:extLst>
                </p:cNvPr>
                <p:cNvSpPr txBox="1"/>
                <p:nvPr/>
              </p:nvSpPr>
              <p:spPr>
                <a:xfrm>
                  <a:off x="8868804" y="5016604"/>
                  <a:ext cx="1979724" cy="126188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kumimoji="1" lang="en-US" sz="16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endParaRPr kumimoji="1" lang="en-US" sz="16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endParaRPr kumimoji="1" lang="en-US" sz="16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endParaRPr kumimoji="1" lang="en-US" sz="14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r>
                    <a:rPr kumimoji="1" lang="en-US" sz="1400" dirty="0">
                      <a:latin typeface="Meiryo UI" panose="020B0604030504040204" pitchFamily="50" charset="-128"/>
                      <a:ea typeface="Meiryo UI" panose="020B0604030504040204" pitchFamily="50" charset="-128"/>
                    </a:rPr>
                    <a:t>Date: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DE2F196-07C2-FAC4-AECB-95E5622D571B}"/>
                    </a:ext>
                  </a:extLst>
                </p:cNvPr>
                <p:cNvSpPr txBox="1"/>
                <p:nvPr/>
              </p:nvSpPr>
              <p:spPr>
                <a:xfrm>
                  <a:off x="8868804" y="4735777"/>
                  <a:ext cx="1979724" cy="338554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sz="1600" dirty="0">
                      <a:latin typeface="Meiryo UI" panose="020B0604030504040204" pitchFamily="50" charset="-128"/>
                      <a:ea typeface="Meiryo UI" panose="020B0604030504040204" pitchFamily="50" charset="-128"/>
                    </a:rPr>
                    <a:t>Verify by (SCM):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969489C-0C99-05F1-F245-50A5279963BB}"/>
                  </a:ext>
                </a:extLst>
              </p:cNvPr>
              <p:cNvGrpSpPr/>
              <p:nvPr/>
            </p:nvGrpSpPr>
            <p:grpSpPr>
              <a:xfrm>
                <a:off x="2008841" y="5429958"/>
                <a:ext cx="1979723" cy="1532488"/>
                <a:chOff x="9183414" y="4727421"/>
                <a:chExt cx="1797086" cy="1543045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073BDB8-7948-111D-254D-4AD4D95E2432}"/>
                    </a:ext>
                  </a:extLst>
                </p:cNvPr>
                <p:cNvSpPr txBox="1"/>
                <p:nvPr/>
              </p:nvSpPr>
              <p:spPr>
                <a:xfrm>
                  <a:off x="9183415" y="5001788"/>
                  <a:ext cx="1797085" cy="126867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kumimoji="1" lang="en-US" sz="14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endParaRPr kumimoji="1" lang="en-US" sz="14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endParaRPr kumimoji="1" lang="en-US" sz="14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endParaRPr kumimoji="1" lang="en-US" sz="14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r>
                    <a:rPr kumimoji="1" lang="en-US" sz="1400" dirty="0">
                      <a:latin typeface="Meiryo UI" panose="020B0604030504040204" pitchFamily="50" charset="-128"/>
                      <a:ea typeface="Meiryo UI" panose="020B0604030504040204" pitchFamily="50" charset="-128"/>
                    </a:rPr>
                    <a:t>Date: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E55962F-AB44-88A7-7E18-217D3C80981F}"/>
                    </a:ext>
                  </a:extLst>
                </p:cNvPr>
                <p:cNvSpPr txBox="1"/>
                <p:nvPr/>
              </p:nvSpPr>
              <p:spPr>
                <a:xfrm>
                  <a:off x="9183414" y="4727421"/>
                  <a:ext cx="1797086" cy="340886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sz="1600" dirty="0">
                      <a:latin typeface="Meiryo UI" panose="020B0604030504040204" pitchFamily="50" charset="-128"/>
                      <a:ea typeface="Meiryo UI" panose="020B0604030504040204" pitchFamily="50" charset="-128"/>
                    </a:rPr>
                    <a:t>Approve by:</a:t>
                  </a:r>
                </a:p>
              </p:txBody>
            </p:sp>
          </p:grpSp>
        </p:grp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773D8B9-9E93-2A89-D77F-A71ACE915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911081"/>
              </p:ext>
            </p:extLst>
          </p:nvPr>
        </p:nvGraphicFramePr>
        <p:xfrm>
          <a:off x="181137" y="1212908"/>
          <a:ext cx="11829725" cy="38336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0007">
                  <a:extLst>
                    <a:ext uri="{9D8B030D-6E8A-4147-A177-3AD203B41FA5}">
                      <a16:colId xmlns:a16="http://schemas.microsoft.com/office/drawing/2014/main" val="1880733532"/>
                    </a:ext>
                  </a:extLst>
                </a:gridCol>
                <a:gridCol w="2536805">
                  <a:extLst>
                    <a:ext uri="{9D8B030D-6E8A-4147-A177-3AD203B41FA5}">
                      <a16:colId xmlns:a16="http://schemas.microsoft.com/office/drawing/2014/main" val="2036869804"/>
                    </a:ext>
                  </a:extLst>
                </a:gridCol>
                <a:gridCol w="3329351">
                  <a:extLst>
                    <a:ext uri="{9D8B030D-6E8A-4147-A177-3AD203B41FA5}">
                      <a16:colId xmlns:a16="http://schemas.microsoft.com/office/drawing/2014/main" val="424880051"/>
                    </a:ext>
                  </a:extLst>
                </a:gridCol>
                <a:gridCol w="1252064">
                  <a:extLst>
                    <a:ext uri="{9D8B030D-6E8A-4147-A177-3AD203B41FA5}">
                      <a16:colId xmlns:a16="http://schemas.microsoft.com/office/drawing/2014/main" val="2313462726"/>
                    </a:ext>
                  </a:extLst>
                </a:gridCol>
                <a:gridCol w="2913485">
                  <a:extLst>
                    <a:ext uri="{9D8B030D-6E8A-4147-A177-3AD203B41FA5}">
                      <a16:colId xmlns:a16="http://schemas.microsoft.com/office/drawing/2014/main" val="3168864883"/>
                    </a:ext>
                  </a:extLst>
                </a:gridCol>
                <a:gridCol w="1178013">
                  <a:extLst>
                    <a:ext uri="{9D8B030D-6E8A-4147-A177-3AD203B41FA5}">
                      <a16:colId xmlns:a16="http://schemas.microsoft.com/office/drawing/2014/main" val="1220445013"/>
                    </a:ext>
                  </a:extLst>
                </a:gridCol>
              </a:tblGrid>
              <a:tr h="336064"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0" i="1" dirty="0"/>
                        <a:t>Fill by Responsible party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dirty="0"/>
                        <a:t>Fill by SCM QC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267097"/>
                  </a:ext>
                </a:extLst>
              </a:tr>
              <a:tr h="336064">
                <a:tc>
                  <a:txBody>
                    <a:bodyPr/>
                    <a:lstStyle/>
                    <a:p>
                      <a:r>
                        <a:rPr lang="en-US" sz="1400" b="1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NC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258133"/>
                  </a:ext>
                </a:extLst>
              </a:tr>
              <a:tr h="527423">
                <a:tc>
                  <a:txBody>
                    <a:bodyPr/>
                    <a:lstStyle/>
                    <a:p>
                      <a:r>
                        <a:rPr lang="en-US" sz="12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779294"/>
                  </a:ext>
                </a:extLst>
              </a:tr>
              <a:tr h="494583">
                <a:tc>
                  <a:txBody>
                    <a:bodyPr/>
                    <a:lstStyle/>
                    <a:p>
                      <a:r>
                        <a:rPr lang="en-US" sz="12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091928"/>
                  </a:ext>
                </a:extLst>
              </a:tr>
              <a:tr h="576387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887865"/>
                  </a:ext>
                </a:extLst>
              </a:tr>
              <a:tr h="494583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855823"/>
                  </a:ext>
                </a:extLst>
              </a:tr>
              <a:tr h="494583"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106568"/>
                  </a:ext>
                </a:extLst>
              </a:tr>
              <a:tr h="573975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84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9466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C3EB052-767E-4869-966B-6AEB4CC075A6}"/>
              </a:ext>
            </a:extLst>
          </p:cNvPr>
          <p:cNvSpPr txBox="1"/>
          <p:nvPr/>
        </p:nvSpPr>
        <p:spPr>
          <a:xfrm>
            <a:off x="-17753" y="-1710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Effectiveness Verification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A417D8-1C96-9CA3-8409-469B97A306A4}"/>
              </a:ext>
            </a:extLst>
          </p:cNvPr>
          <p:cNvCxnSpPr>
            <a:cxnSpLocks/>
          </p:cNvCxnSpPr>
          <p:nvPr/>
        </p:nvCxnSpPr>
        <p:spPr>
          <a:xfrm flipV="1">
            <a:off x="-17753" y="690785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9F3024B-5000-CC39-C054-3E1FA447A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444524"/>
              </p:ext>
            </p:extLst>
          </p:nvPr>
        </p:nvGraphicFramePr>
        <p:xfrm>
          <a:off x="372140" y="1041442"/>
          <a:ext cx="1150442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56390">
                  <a:extLst>
                    <a:ext uri="{9D8B030D-6E8A-4147-A177-3AD203B41FA5}">
                      <a16:colId xmlns:a16="http://schemas.microsoft.com/office/drawing/2014/main" val="24841742"/>
                    </a:ext>
                  </a:extLst>
                </a:gridCol>
                <a:gridCol w="1633772">
                  <a:extLst>
                    <a:ext uri="{9D8B030D-6E8A-4147-A177-3AD203B41FA5}">
                      <a16:colId xmlns:a16="http://schemas.microsoft.com/office/drawing/2014/main" val="3621095426"/>
                    </a:ext>
                  </a:extLst>
                </a:gridCol>
                <a:gridCol w="6308749">
                  <a:extLst>
                    <a:ext uri="{9D8B030D-6E8A-4147-A177-3AD203B41FA5}">
                      <a16:colId xmlns:a16="http://schemas.microsoft.com/office/drawing/2014/main" val="927265143"/>
                    </a:ext>
                  </a:extLst>
                </a:gridCol>
                <a:gridCol w="1605515">
                  <a:extLst>
                    <a:ext uri="{9D8B030D-6E8A-4147-A177-3AD203B41FA5}">
                      <a16:colId xmlns:a16="http://schemas.microsoft.com/office/drawing/2014/main" val="998989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95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224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877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210302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5F646378-0762-F55A-2D05-B331038CA202}"/>
              </a:ext>
            </a:extLst>
          </p:cNvPr>
          <p:cNvGrpSpPr/>
          <p:nvPr/>
        </p:nvGrpSpPr>
        <p:grpSpPr>
          <a:xfrm>
            <a:off x="7428029" y="4760656"/>
            <a:ext cx="3959441" cy="1835347"/>
            <a:chOff x="29123" y="5135058"/>
            <a:chExt cx="3959441" cy="183534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85E08F7-0B55-9E07-DAC0-481C967F2CF2}"/>
                </a:ext>
              </a:extLst>
            </p:cNvPr>
            <p:cNvSpPr txBox="1"/>
            <p:nvPr/>
          </p:nvSpPr>
          <p:spPr>
            <a:xfrm>
              <a:off x="310630" y="513505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E550127-6277-01BA-BF55-6CF6251A0993}"/>
                </a:ext>
              </a:extLst>
            </p:cNvPr>
            <p:cNvGrpSpPr/>
            <p:nvPr/>
          </p:nvGrpSpPr>
          <p:grpSpPr>
            <a:xfrm>
              <a:off x="29123" y="5427694"/>
              <a:ext cx="3959441" cy="1542711"/>
              <a:chOff x="29123" y="5427694"/>
              <a:chExt cx="3959441" cy="1542711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3B1320BC-3B54-7257-5E9B-6C95E0A45DDC}"/>
                  </a:ext>
                </a:extLst>
              </p:cNvPr>
              <p:cNvGrpSpPr/>
              <p:nvPr/>
            </p:nvGrpSpPr>
            <p:grpSpPr>
              <a:xfrm>
                <a:off x="29123" y="5427694"/>
                <a:ext cx="1979724" cy="1542711"/>
                <a:chOff x="8868804" y="4735777"/>
                <a:chExt cx="1979724" cy="1542711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60AE9B3-1749-C14E-A76C-70074E1C5394}"/>
                    </a:ext>
                  </a:extLst>
                </p:cNvPr>
                <p:cNvSpPr txBox="1"/>
                <p:nvPr/>
              </p:nvSpPr>
              <p:spPr>
                <a:xfrm>
                  <a:off x="8868804" y="5016604"/>
                  <a:ext cx="1979724" cy="126188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kumimoji="1" lang="en-US" sz="16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endParaRPr kumimoji="1" lang="en-US" sz="16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endParaRPr kumimoji="1" lang="en-US" sz="16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endParaRPr kumimoji="1" lang="en-US" sz="14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r>
                    <a:rPr kumimoji="1" lang="en-US" sz="1400" dirty="0">
                      <a:latin typeface="Meiryo UI" panose="020B0604030504040204" pitchFamily="50" charset="-128"/>
                      <a:ea typeface="Meiryo UI" panose="020B0604030504040204" pitchFamily="50" charset="-128"/>
                    </a:rPr>
                    <a:t>Date: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D27739B-5CCA-0FE8-5826-EB8A809A8076}"/>
                    </a:ext>
                  </a:extLst>
                </p:cNvPr>
                <p:cNvSpPr txBox="1"/>
                <p:nvPr/>
              </p:nvSpPr>
              <p:spPr>
                <a:xfrm>
                  <a:off x="8868804" y="4735777"/>
                  <a:ext cx="1979724" cy="338554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sz="1600" dirty="0">
                      <a:latin typeface="Meiryo UI" panose="020B0604030504040204" pitchFamily="50" charset="-128"/>
                      <a:ea typeface="Meiryo UI" panose="020B0604030504040204" pitchFamily="50" charset="-128"/>
                    </a:rPr>
                    <a:t>Verify by :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E849D80-7669-61A5-B8F5-9FECF483391C}"/>
                  </a:ext>
                </a:extLst>
              </p:cNvPr>
              <p:cNvGrpSpPr/>
              <p:nvPr/>
            </p:nvGrpSpPr>
            <p:grpSpPr>
              <a:xfrm>
                <a:off x="2008841" y="5429958"/>
                <a:ext cx="1979723" cy="1532488"/>
                <a:chOff x="9183414" y="4727421"/>
                <a:chExt cx="1797086" cy="1543045"/>
              </a:xfrm>
            </p:grpSpPr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36A7A24-E651-DE37-8F50-7B151FCD5BF0}"/>
                    </a:ext>
                  </a:extLst>
                </p:cNvPr>
                <p:cNvSpPr txBox="1"/>
                <p:nvPr/>
              </p:nvSpPr>
              <p:spPr>
                <a:xfrm>
                  <a:off x="9183415" y="5001788"/>
                  <a:ext cx="1797085" cy="126867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kumimoji="1" lang="en-US" sz="14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endParaRPr kumimoji="1" lang="en-US" sz="14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endParaRPr kumimoji="1" lang="en-US" sz="14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endParaRPr kumimoji="1" lang="en-US" sz="1400" dirty="0"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  <a:p>
                  <a:r>
                    <a:rPr kumimoji="1" lang="en-US" sz="1400" dirty="0">
                      <a:latin typeface="Meiryo UI" panose="020B0604030504040204" pitchFamily="50" charset="-128"/>
                      <a:ea typeface="Meiryo UI" panose="020B0604030504040204" pitchFamily="50" charset="-128"/>
                    </a:rPr>
                    <a:t>Date: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021A178-6BB6-7EF7-D1F7-2B9708D5FC5C}"/>
                    </a:ext>
                  </a:extLst>
                </p:cNvPr>
                <p:cNvSpPr txBox="1"/>
                <p:nvPr/>
              </p:nvSpPr>
              <p:spPr>
                <a:xfrm>
                  <a:off x="9183414" y="4727421"/>
                  <a:ext cx="1797086" cy="340886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sz="1600" dirty="0">
                      <a:latin typeface="Meiryo UI" panose="020B0604030504040204" pitchFamily="50" charset="-128"/>
                      <a:ea typeface="Meiryo UI" panose="020B0604030504040204" pitchFamily="50" charset="-128"/>
                    </a:rPr>
                    <a:t>Approve by:</a:t>
                  </a:r>
                </a:p>
              </p:txBody>
            </p:sp>
          </p:grpSp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43A6E98-1B58-A4D5-399A-D94B929E7DB4}"/>
              </a:ext>
            </a:extLst>
          </p:cNvPr>
          <p:cNvSpPr txBox="1"/>
          <p:nvPr/>
        </p:nvSpPr>
        <p:spPr>
          <a:xfrm>
            <a:off x="910358" y="3636294"/>
            <a:ext cx="62413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Evaluation:</a:t>
            </a:r>
          </a:p>
          <a:p>
            <a:endParaRPr lang="en-US" sz="800" b="1" u="sng" dirty="0"/>
          </a:p>
          <a:p>
            <a:r>
              <a:rPr lang="en-US" sz="2400" dirty="0"/>
              <a:t>Effective  / Not Effective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B0B49B-EFC7-5E67-7418-514A48FD8B72}"/>
              </a:ext>
            </a:extLst>
          </p:cNvPr>
          <p:cNvSpPr txBox="1"/>
          <p:nvPr/>
        </p:nvSpPr>
        <p:spPr>
          <a:xfrm>
            <a:off x="910358" y="4590401"/>
            <a:ext cx="3271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B0F0"/>
                </a:solidFill>
              </a:rPr>
              <a:t>*Please circle one of the following options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99D1B9-108C-4586-CAC1-7B598BE2F185}"/>
              </a:ext>
            </a:extLst>
          </p:cNvPr>
          <p:cNvSpPr txBox="1"/>
          <p:nvPr/>
        </p:nvSpPr>
        <p:spPr>
          <a:xfrm>
            <a:off x="12333767" y="0"/>
            <a:ext cx="122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SCM QC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2F22FD-44DE-E18A-87CB-5FF6215F5892}"/>
              </a:ext>
            </a:extLst>
          </p:cNvPr>
          <p:cNvSpPr/>
          <p:nvPr/>
        </p:nvSpPr>
        <p:spPr>
          <a:xfrm>
            <a:off x="-2002482" y="1373735"/>
            <a:ext cx="1917421" cy="10766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 “</a:t>
            </a:r>
            <a:r>
              <a:rPr lang="en-US" b="1" dirty="0"/>
              <a:t>Type</a:t>
            </a:r>
            <a:r>
              <a:rPr lang="en-US" dirty="0"/>
              <a:t>” column, Fill in “</a:t>
            </a:r>
            <a:r>
              <a:rPr lang="en-US" b="1" dirty="0"/>
              <a:t>Audit</a:t>
            </a:r>
            <a:r>
              <a:rPr lang="en-US" dirty="0"/>
              <a:t>” or “</a:t>
            </a:r>
            <a:r>
              <a:rPr lang="en-US" b="1" dirty="0"/>
              <a:t>Lot Monitoring</a:t>
            </a:r>
            <a:r>
              <a:rPr lang="en-US" dirty="0"/>
              <a:t>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A43FF-40CE-8591-B433-4AEEB327EF25}"/>
              </a:ext>
            </a:extLst>
          </p:cNvPr>
          <p:cNvSpPr txBox="1"/>
          <p:nvPr/>
        </p:nvSpPr>
        <p:spPr>
          <a:xfrm>
            <a:off x="910358" y="5213108"/>
            <a:ext cx="62413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Delist Proposal:</a:t>
            </a:r>
          </a:p>
          <a:p>
            <a:endParaRPr lang="en-US" sz="800" b="1" u="sng" dirty="0"/>
          </a:p>
          <a:p>
            <a:r>
              <a:rPr lang="en-US" sz="2400" dirty="0"/>
              <a:t> Yes/ No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DF7069-A1D9-6C0D-CB67-AD4487585BC5}"/>
              </a:ext>
            </a:extLst>
          </p:cNvPr>
          <p:cNvSpPr txBox="1"/>
          <p:nvPr/>
        </p:nvSpPr>
        <p:spPr>
          <a:xfrm>
            <a:off x="1003124" y="6134279"/>
            <a:ext cx="3271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B0F0"/>
                </a:solidFill>
              </a:rPr>
              <a:t>*Please circle one of the following options 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B3F9B0A0-E204-E740-7307-D3FD9F909402}"/>
              </a:ext>
            </a:extLst>
          </p:cNvPr>
          <p:cNvSpPr/>
          <p:nvPr/>
        </p:nvSpPr>
        <p:spPr>
          <a:xfrm>
            <a:off x="372140" y="5576807"/>
            <a:ext cx="591015" cy="479502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08845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FC579E-AC67-E693-787D-10FF86128A3B}"/>
              </a:ext>
            </a:extLst>
          </p:cNvPr>
          <p:cNvCxnSpPr>
            <a:cxnSpLocks/>
          </p:cNvCxnSpPr>
          <p:nvPr/>
        </p:nvCxnSpPr>
        <p:spPr>
          <a:xfrm flipV="1">
            <a:off x="-17753" y="3429000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F943A20-C4E0-C878-E516-28C44B1053BE}"/>
              </a:ext>
            </a:extLst>
          </p:cNvPr>
          <p:cNvSpPr txBox="1"/>
          <p:nvPr/>
        </p:nvSpPr>
        <p:spPr>
          <a:xfrm>
            <a:off x="3942736" y="2497394"/>
            <a:ext cx="36840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/>
              <a:t>APPENDIX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B129F5-BFB6-DF83-2B7A-B2A0F7316EAB}"/>
              </a:ext>
            </a:extLst>
          </p:cNvPr>
          <p:cNvSpPr txBox="1"/>
          <p:nvPr/>
        </p:nvSpPr>
        <p:spPr>
          <a:xfrm>
            <a:off x="4967987" y="6329180"/>
            <a:ext cx="710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F0"/>
                </a:solidFill>
              </a:rPr>
              <a:t>*Add Slide if there is any additional attachment/ documentation/ flow, </a:t>
            </a:r>
            <a:r>
              <a:rPr lang="en-US" i="1" dirty="0" err="1">
                <a:solidFill>
                  <a:srgbClr val="00B0F0"/>
                </a:solidFill>
              </a:rPr>
              <a:t>etc</a:t>
            </a:r>
            <a:endParaRPr lang="en-US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719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D7CB60B5-FDB5-45E5-F137-FAB39FCC395A}"/>
              </a:ext>
            </a:extLst>
          </p:cNvPr>
          <p:cNvSpPr txBox="1"/>
          <p:nvPr/>
        </p:nvSpPr>
        <p:spPr>
          <a:xfrm>
            <a:off x="-24417" y="-4977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Root Cause Analysis Example 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30AA0B-E300-4C7E-8FE0-B253AC38126D}"/>
              </a:ext>
            </a:extLst>
          </p:cNvPr>
          <p:cNvSpPr txBox="1"/>
          <p:nvPr/>
        </p:nvSpPr>
        <p:spPr>
          <a:xfrm>
            <a:off x="116404" y="692696"/>
            <a:ext cx="5579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D2) Root Cause Analysis by 5 why </a:t>
            </a:r>
            <a:r>
              <a:rPr kumimoji="1" lang="en-US" b="1" dirty="0">
                <a:solidFill>
                  <a:srgbClr val="00B0F0"/>
                </a:solidFill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</a:rPr>
              <a:t>Guideline</a:t>
            </a:r>
            <a:endParaRPr kumimoji="1" lang="en-US" dirty="0">
              <a:highlight>
                <a:srgbClr val="FFFF00"/>
              </a:highligh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C92EF0-75A3-781B-43E9-6FB417E7ED89}"/>
              </a:ext>
            </a:extLst>
          </p:cNvPr>
          <p:cNvGrpSpPr/>
          <p:nvPr/>
        </p:nvGrpSpPr>
        <p:grpSpPr>
          <a:xfrm>
            <a:off x="11815" y="1162455"/>
            <a:ext cx="9167637" cy="5574257"/>
            <a:chOff x="-212936" y="1284784"/>
            <a:chExt cx="9167637" cy="5574257"/>
          </a:xfrm>
        </p:grpSpPr>
        <p:graphicFrame>
          <p:nvGraphicFramePr>
            <p:cNvPr id="2" name="Diagram 1">
              <a:extLst>
                <a:ext uri="{FF2B5EF4-FFF2-40B4-BE49-F238E27FC236}">
                  <a16:creationId xmlns:a16="http://schemas.microsoft.com/office/drawing/2014/main" id="{A011B079-3F08-D25F-6700-CAB0B591327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262927661"/>
                </p:ext>
              </p:extLst>
            </p:nvPr>
          </p:nvGraphicFramePr>
          <p:xfrm>
            <a:off x="826701" y="1284784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77A317-BF1B-D757-7095-1C43656031B0}"/>
                </a:ext>
              </a:extLst>
            </p:cNvPr>
            <p:cNvSpPr/>
            <p:nvPr/>
          </p:nvSpPr>
          <p:spPr>
            <a:xfrm>
              <a:off x="5748263" y="5578332"/>
              <a:ext cx="1573377" cy="12807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u="sng" dirty="0">
                  <a:solidFill>
                    <a:schemeClr val="tx1"/>
                  </a:solidFill>
                </a:rPr>
                <a:t>Preventive Action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sz="1200" dirty="0">
                  <a:solidFill>
                    <a:schemeClr val="tx1"/>
                  </a:solidFill>
                </a:rPr>
                <a:t>Provide additional training.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sz="1200" dirty="0">
                  <a:solidFill>
                    <a:schemeClr val="tx1"/>
                  </a:solidFill>
                </a:rPr>
                <a:t>Review maintenance procedure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B0B86AD-6C8B-B99B-C0A8-B6FC99F8AFEE}"/>
                </a:ext>
              </a:extLst>
            </p:cNvPr>
            <p:cNvSpPr/>
            <p:nvPr/>
          </p:nvSpPr>
          <p:spPr>
            <a:xfrm>
              <a:off x="-212936" y="6037142"/>
              <a:ext cx="1828575" cy="8076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u="sng" dirty="0">
                  <a:solidFill>
                    <a:schemeClr val="tx1"/>
                  </a:solidFill>
                </a:rPr>
                <a:t>Corrective Action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Replace the blown fuse and restore power to the coolant</a:t>
              </a:r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94A4FD90-B642-9B79-8445-77B063BD9330}"/>
                </a:ext>
              </a:extLst>
            </p:cNvPr>
            <p:cNvSpPr/>
            <p:nvPr/>
          </p:nvSpPr>
          <p:spPr>
            <a:xfrm>
              <a:off x="3245893" y="6194159"/>
              <a:ext cx="256374" cy="25637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3AF27585-E761-1275-E81C-1A80D85A2FF9}"/>
                </a:ext>
              </a:extLst>
            </p:cNvPr>
            <p:cNvSpPr/>
            <p:nvPr/>
          </p:nvSpPr>
          <p:spPr>
            <a:xfrm rot="10800000">
              <a:off x="1558576" y="6275592"/>
              <a:ext cx="256374" cy="25637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E9A257-21D6-8D32-F0AA-AC1A76D08C47}"/>
                </a:ext>
              </a:extLst>
            </p:cNvPr>
            <p:cNvSpPr/>
            <p:nvPr/>
          </p:nvSpPr>
          <p:spPr>
            <a:xfrm>
              <a:off x="3527126" y="5564045"/>
              <a:ext cx="2082340" cy="12807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u="sng" dirty="0">
                  <a:solidFill>
                    <a:schemeClr val="tx1"/>
                  </a:solidFill>
                </a:rPr>
                <a:t>Preventive Action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sz="1200" dirty="0">
                  <a:solidFill>
                    <a:schemeClr val="tx1"/>
                  </a:solidFill>
                </a:rPr>
                <a:t>Install a surge protector to prevent electrical surge.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sz="1200" dirty="0">
                  <a:solidFill>
                    <a:schemeClr val="tx1"/>
                  </a:solidFill>
                </a:rPr>
                <a:t>Implement regular maintenance check on cooling system.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82BE21C-0DA7-81D7-E834-B3E39C0CB0A2}"/>
                </a:ext>
              </a:extLst>
            </p:cNvPr>
            <p:cNvSpPr/>
            <p:nvPr/>
          </p:nvSpPr>
          <p:spPr>
            <a:xfrm>
              <a:off x="5709906" y="3240598"/>
              <a:ext cx="1573377" cy="5725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u="sng" dirty="0">
                  <a:solidFill>
                    <a:schemeClr val="tx1"/>
                  </a:solidFill>
                </a:rPr>
                <a:t>Corrective Action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Secure the loose component</a:t>
              </a: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F37247-A566-CE12-2A64-4654E1C8AFBA}"/>
              </a:ext>
            </a:extLst>
          </p:cNvPr>
          <p:cNvCxnSpPr>
            <a:cxnSpLocks/>
          </p:cNvCxnSpPr>
          <p:nvPr/>
        </p:nvCxnSpPr>
        <p:spPr>
          <a:xfrm flipV="1">
            <a:off x="3151" y="557311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83D6440-DCC5-6862-60BA-7DC84624C676}"/>
              </a:ext>
            </a:extLst>
          </p:cNvPr>
          <p:cNvSpPr txBox="1"/>
          <p:nvPr/>
        </p:nvSpPr>
        <p:spPr>
          <a:xfrm>
            <a:off x="7482988" y="1418945"/>
            <a:ext cx="188820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NC Factor 2 (Man)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C171DF-18A5-67F1-FFD1-DCE464C0E691}"/>
              </a:ext>
            </a:extLst>
          </p:cNvPr>
          <p:cNvSpPr txBox="1"/>
          <p:nvPr/>
        </p:nvSpPr>
        <p:spPr>
          <a:xfrm>
            <a:off x="2122213" y="1386127"/>
            <a:ext cx="227613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NC Factor 1 (Machine)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9AC165-02F3-C03C-1BF5-DB8B2761AD80}"/>
              </a:ext>
            </a:extLst>
          </p:cNvPr>
          <p:cNvSpPr txBox="1"/>
          <p:nvPr/>
        </p:nvSpPr>
        <p:spPr>
          <a:xfrm>
            <a:off x="6496185" y="608687"/>
            <a:ext cx="3055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00B0F0"/>
                </a:solidFill>
              </a:rPr>
              <a:t>Get the NC factor from slide 8 after elimination of not potential factor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D12E376-71FF-1BBB-BF3C-5EFA56AF3B47}"/>
              </a:ext>
            </a:extLst>
          </p:cNvPr>
          <p:cNvCxnSpPr>
            <a:cxnSpLocks/>
          </p:cNvCxnSpPr>
          <p:nvPr/>
        </p:nvCxnSpPr>
        <p:spPr>
          <a:xfrm>
            <a:off x="2727642" y="5641687"/>
            <a:ext cx="0" cy="2782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EFE4BA-25BA-EC1E-0D36-AC80B274606D}"/>
              </a:ext>
            </a:extLst>
          </p:cNvPr>
          <p:cNvGrpSpPr/>
          <p:nvPr/>
        </p:nvGrpSpPr>
        <p:grpSpPr>
          <a:xfrm>
            <a:off x="-81420" y="1253992"/>
            <a:ext cx="2345762" cy="4584669"/>
            <a:chOff x="-137348" y="1850395"/>
            <a:chExt cx="2345762" cy="458466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682BC1D-FC4D-BE94-E906-929A137F5ED5}"/>
                </a:ext>
              </a:extLst>
            </p:cNvPr>
            <p:cNvSpPr txBox="1"/>
            <p:nvPr/>
          </p:nvSpPr>
          <p:spPr>
            <a:xfrm>
              <a:off x="138211" y="1850395"/>
              <a:ext cx="891975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r>
                <a:rPr lang="en-US" baseline="30000" dirty="0"/>
                <a:t>st</a:t>
              </a:r>
              <a:r>
                <a:rPr lang="en-US" dirty="0"/>
                <a:t> Why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6F7DA0A-CBFC-AC81-2B00-16D9A256180B}"/>
                </a:ext>
              </a:extLst>
            </p:cNvPr>
            <p:cNvSpPr txBox="1"/>
            <p:nvPr/>
          </p:nvSpPr>
          <p:spPr>
            <a:xfrm>
              <a:off x="150896" y="2734303"/>
              <a:ext cx="941796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r>
                <a:rPr lang="en-US" baseline="30000" dirty="0"/>
                <a:t>nd</a:t>
              </a:r>
              <a:r>
                <a:rPr lang="en-US" dirty="0"/>
                <a:t> Why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AF916D-20E7-0122-FDA2-77EE9BAF38F8}"/>
                </a:ext>
              </a:extLst>
            </p:cNvPr>
            <p:cNvSpPr txBox="1"/>
            <p:nvPr/>
          </p:nvSpPr>
          <p:spPr>
            <a:xfrm>
              <a:off x="177446" y="3675685"/>
              <a:ext cx="91242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r>
                <a:rPr lang="en-US" baseline="30000" dirty="0"/>
                <a:t>rd</a:t>
              </a:r>
              <a:r>
                <a:rPr lang="en-US" dirty="0"/>
                <a:t> Why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1721F23-01C8-BEFD-EF10-11895423021F}"/>
                </a:ext>
              </a:extLst>
            </p:cNvPr>
            <p:cNvSpPr txBox="1"/>
            <p:nvPr/>
          </p:nvSpPr>
          <p:spPr>
            <a:xfrm>
              <a:off x="165323" y="4547696"/>
              <a:ext cx="912942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r>
                <a:rPr lang="en-US" baseline="30000" dirty="0"/>
                <a:t>th</a:t>
              </a:r>
              <a:r>
                <a:rPr lang="en-US" dirty="0"/>
                <a:t> Why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6B4CA5C-E79B-837A-D0D8-76DC90CB89F4}"/>
                </a:ext>
              </a:extLst>
            </p:cNvPr>
            <p:cNvSpPr txBox="1"/>
            <p:nvPr/>
          </p:nvSpPr>
          <p:spPr>
            <a:xfrm>
              <a:off x="160810" y="5528215"/>
              <a:ext cx="912942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r>
                <a:rPr lang="en-US" baseline="30000" dirty="0"/>
                <a:t>th</a:t>
              </a:r>
              <a:r>
                <a:rPr lang="en-US" dirty="0"/>
                <a:t> Why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DFC90A2-9CFC-99BD-FEFD-119DB5D4499D}"/>
                </a:ext>
              </a:extLst>
            </p:cNvPr>
            <p:cNvSpPr txBox="1"/>
            <p:nvPr/>
          </p:nvSpPr>
          <p:spPr>
            <a:xfrm>
              <a:off x="-60842" y="2279495"/>
              <a:ext cx="22239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did the machine stop?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9444E38-000B-4EEA-7465-676EC3B23F34}"/>
                </a:ext>
              </a:extLst>
            </p:cNvPr>
            <p:cNvSpPr txBox="1"/>
            <p:nvPr/>
          </p:nvSpPr>
          <p:spPr>
            <a:xfrm>
              <a:off x="-71282" y="3083203"/>
              <a:ext cx="22239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did it overheat?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86A9EDA-0B72-B593-28D7-17EE765A4DC1}"/>
                </a:ext>
              </a:extLst>
            </p:cNvPr>
            <p:cNvSpPr txBox="1"/>
            <p:nvPr/>
          </p:nvSpPr>
          <p:spPr>
            <a:xfrm>
              <a:off x="-116471" y="4037126"/>
              <a:ext cx="22239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did the cooling sys fail?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94F17E3-007B-C386-B3CE-5E79AE912E15}"/>
                </a:ext>
              </a:extLst>
            </p:cNvPr>
            <p:cNvSpPr txBox="1"/>
            <p:nvPr/>
          </p:nvSpPr>
          <p:spPr>
            <a:xfrm>
              <a:off x="-137348" y="4880354"/>
              <a:ext cx="22448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was the coolant pump not working?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F3DF42C-717A-B4C4-C705-74BCEFD4DB70}"/>
                </a:ext>
              </a:extLst>
            </p:cNvPr>
            <p:cNvSpPr txBox="1"/>
            <p:nvPr/>
          </p:nvSpPr>
          <p:spPr>
            <a:xfrm>
              <a:off x="-126990" y="5911844"/>
              <a:ext cx="2335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was it not receiving power?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5DDC3FD-5E5A-F99D-41B6-C68BDB6DE37F}"/>
              </a:ext>
            </a:extLst>
          </p:cNvPr>
          <p:cNvGrpSpPr/>
          <p:nvPr/>
        </p:nvGrpSpPr>
        <p:grpSpPr>
          <a:xfrm>
            <a:off x="9458326" y="1162456"/>
            <a:ext cx="2366925" cy="4801035"/>
            <a:chOff x="61404" y="1850395"/>
            <a:chExt cx="2366925" cy="427984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458DB09-98DF-B152-F118-4478F9C24195}"/>
                </a:ext>
              </a:extLst>
            </p:cNvPr>
            <p:cNvSpPr txBox="1"/>
            <p:nvPr/>
          </p:nvSpPr>
          <p:spPr>
            <a:xfrm>
              <a:off x="138211" y="1850395"/>
              <a:ext cx="891975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r>
                <a:rPr lang="en-US" baseline="30000" dirty="0"/>
                <a:t>st</a:t>
              </a:r>
              <a:r>
                <a:rPr lang="en-US" dirty="0"/>
                <a:t> Why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CD2D4C-CB48-14A9-9084-3A792E6EA3BF}"/>
                </a:ext>
              </a:extLst>
            </p:cNvPr>
            <p:cNvSpPr txBox="1"/>
            <p:nvPr/>
          </p:nvSpPr>
          <p:spPr>
            <a:xfrm>
              <a:off x="113300" y="2610217"/>
              <a:ext cx="941796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r>
                <a:rPr lang="en-US" baseline="30000" dirty="0"/>
                <a:t>nd</a:t>
              </a:r>
              <a:r>
                <a:rPr lang="en-US" dirty="0"/>
                <a:t> Why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8CEAF0B-FE34-2B34-13F6-4544FAC4CF5C}"/>
                </a:ext>
              </a:extLst>
            </p:cNvPr>
            <p:cNvSpPr txBox="1"/>
            <p:nvPr/>
          </p:nvSpPr>
          <p:spPr>
            <a:xfrm>
              <a:off x="187808" y="3455299"/>
              <a:ext cx="91242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r>
                <a:rPr lang="en-US" baseline="30000" dirty="0"/>
                <a:t>rd</a:t>
              </a:r>
              <a:r>
                <a:rPr lang="en-US" dirty="0"/>
                <a:t> Why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8F3C54F-81DC-DCD6-40CE-595F1E56F878}"/>
                </a:ext>
              </a:extLst>
            </p:cNvPr>
            <p:cNvSpPr txBox="1"/>
            <p:nvPr/>
          </p:nvSpPr>
          <p:spPr>
            <a:xfrm>
              <a:off x="216406" y="4304056"/>
              <a:ext cx="912942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r>
                <a:rPr lang="en-US" baseline="30000" dirty="0"/>
                <a:t>th</a:t>
              </a:r>
              <a:r>
                <a:rPr lang="en-US" dirty="0"/>
                <a:t> Why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D8B29CF-1A51-9B28-42B9-A8D774047033}"/>
                </a:ext>
              </a:extLst>
            </p:cNvPr>
            <p:cNvSpPr txBox="1"/>
            <p:nvPr/>
          </p:nvSpPr>
          <p:spPr>
            <a:xfrm>
              <a:off x="251481" y="5286643"/>
              <a:ext cx="912942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r>
                <a:rPr lang="en-US" baseline="30000" dirty="0"/>
                <a:t>th</a:t>
              </a:r>
              <a:r>
                <a:rPr lang="en-US" dirty="0"/>
                <a:t> Why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8AA7D54-A12A-0708-208D-92E829F48C28}"/>
                </a:ext>
              </a:extLst>
            </p:cNvPr>
            <p:cNvSpPr txBox="1"/>
            <p:nvPr/>
          </p:nvSpPr>
          <p:spPr>
            <a:xfrm>
              <a:off x="92925" y="2231102"/>
              <a:ext cx="22239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did the machine stop?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AC2465F-03A5-AC29-100E-94BF1E4695F3}"/>
                </a:ext>
              </a:extLst>
            </p:cNvPr>
            <p:cNvSpPr txBox="1"/>
            <p:nvPr/>
          </p:nvSpPr>
          <p:spPr>
            <a:xfrm>
              <a:off x="87638" y="2949756"/>
              <a:ext cx="22239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was there an usual noise?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AC5BED5-3AD7-610D-60F2-CAC37FE42465}"/>
                </a:ext>
              </a:extLst>
            </p:cNvPr>
            <p:cNvSpPr txBox="1"/>
            <p:nvPr/>
          </p:nvSpPr>
          <p:spPr>
            <a:xfrm>
              <a:off x="61404" y="3762793"/>
              <a:ext cx="22239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was the component loose?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0DBBCA6-7AB8-2730-4473-E8D6C1E5D039}"/>
                </a:ext>
              </a:extLst>
            </p:cNvPr>
            <p:cNvSpPr txBox="1"/>
            <p:nvPr/>
          </p:nvSpPr>
          <p:spPr>
            <a:xfrm>
              <a:off x="113300" y="4660506"/>
              <a:ext cx="22448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was it not properly secured?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B0C8452-D405-09C0-9345-6A80D6FC8A4D}"/>
                </a:ext>
              </a:extLst>
            </p:cNvPr>
            <p:cNvSpPr txBox="1"/>
            <p:nvPr/>
          </p:nvSpPr>
          <p:spPr>
            <a:xfrm>
              <a:off x="92925" y="5663815"/>
              <a:ext cx="2335404" cy="4664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was the procedure not followed correctly?</a:t>
              </a:r>
            </a:p>
          </p:txBody>
        </p:sp>
      </p:grp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2A4D8F48-BE19-B2EE-31F8-9F0AF5DDDAD0}"/>
              </a:ext>
            </a:extLst>
          </p:cNvPr>
          <p:cNvSpPr/>
          <p:nvPr/>
        </p:nvSpPr>
        <p:spPr>
          <a:xfrm rot="10800000">
            <a:off x="7546398" y="3309416"/>
            <a:ext cx="256374" cy="2563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325BCA66-1EB4-ED07-359B-A5FD1849F0A7}"/>
              </a:ext>
            </a:extLst>
          </p:cNvPr>
          <p:cNvSpPr/>
          <p:nvPr/>
        </p:nvSpPr>
        <p:spPr>
          <a:xfrm rot="10800000">
            <a:off x="7546392" y="6129532"/>
            <a:ext cx="256374" cy="2563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74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D7CB60B5-FDB5-45E5-F137-FAB39FCC395A}"/>
              </a:ext>
            </a:extLst>
          </p:cNvPr>
          <p:cNvSpPr txBox="1"/>
          <p:nvPr/>
        </p:nvSpPr>
        <p:spPr>
          <a:xfrm>
            <a:off x="-24417" y="-4977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Root Cause Analysis Example 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30AA0B-E300-4C7E-8FE0-B253AC38126D}"/>
              </a:ext>
            </a:extLst>
          </p:cNvPr>
          <p:cNvSpPr txBox="1"/>
          <p:nvPr/>
        </p:nvSpPr>
        <p:spPr>
          <a:xfrm>
            <a:off x="116404" y="692696"/>
            <a:ext cx="5579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D2) Root Cause Analysis by 5 why </a:t>
            </a:r>
            <a:r>
              <a:rPr kumimoji="1" lang="en-US" b="1" dirty="0">
                <a:solidFill>
                  <a:srgbClr val="00B0F0"/>
                </a:solidFill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</a:rPr>
              <a:t>Guideline</a:t>
            </a:r>
            <a:endParaRPr kumimoji="1" lang="en-US" dirty="0">
              <a:highlight>
                <a:srgbClr val="FFFF00"/>
              </a:highligh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011B079-3F08-D25F-6700-CAB0B59132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0572550"/>
              </p:ext>
            </p:extLst>
          </p:nvPr>
        </p:nvGraphicFramePr>
        <p:xfrm>
          <a:off x="2795374" y="116149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0B0B86AD-6C8B-B99B-C0A8-B6FC99F8AFEE}"/>
              </a:ext>
            </a:extLst>
          </p:cNvPr>
          <p:cNvSpPr/>
          <p:nvPr/>
        </p:nvSpPr>
        <p:spPr>
          <a:xfrm>
            <a:off x="2018272" y="4952059"/>
            <a:ext cx="1828575" cy="8076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>
                <a:solidFill>
                  <a:schemeClr val="tx1"/>
                </a:solidFill>
              </a:rPr>
              <a:t>Corrective Action</a:t>
            </a:r>
          </a:p>
          <a:p>
            <a:r>
              <a:rPr lang="en-US" sz="1200" dirty="0">
                <a:solidFill>
                  <a:schemeClr val="tx1"/>
                </a:solidFill>
              </a:rPr>
              <a:t>Replace new sensor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4A4FD90-B642-9B79-8445-77B063BD9330}"/>
              </a:ext>
            </a:extLst>
          </p:cNvPr>
          <p:cNvSpPr/>
          <p:nvPr/>
        </p:nvSpPr>
        <p:spPr>
          <a:xfrm>
            <a:off x="7352357" y="4192438"/>
            <a:ext cx="256374" cy="2563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E9A257-21D6-8D32-F0AA-AC1A76D08C47}"/>
              </a:ext>
            </a:extLst>
          </p:cNvPr>
          <p:cNvSpPr/>
          <p:nvPr/>
        </p:nvSpPr>
        <p:spPr>
          <a:xfrm>
            <a:off x="2022673" y="5838105"/>
            <a:ext cx="1841823" cy="9911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>
                <a:solidFill>
                  <a:schemeClr val="tx1"/>
                </a:solidFill>
              </a:rPr>
              <a:t>Preventive Action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Regularly check and maintain car’s electrical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F37247-A566-CE12-2A64-4654E1C8AFBA}"/>
              </a:ext>
            </a:extLst>
          </p:cNvPr>
          <p:cNvCxnSpPr>
            <a:cxnSpLocks/>
          </p:cNvCxnSpPr>
          <p:nvPr/>
        </p:nvCxnSpPr>
        <p:spPr>
          <a:xfrm flipV="1">
            <a:off x="3151" y="557311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39AC165-02F3-C03C-1BF5-DB8B2761AD80}"/>
              </a:ext>
            </a:extLst>
          </p:cNvPr>
          <p:cNvSpPr txBox="1"/>
          <p:nvPr/>
        </p:nvSpPr>
        <p:spPr>
          <a:xfrm>
            <a:off x="6496185" y="608687"/>
            <a:ext cx="3055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00B0F0"/>
                </a:solidFill>
              </a:rPr>
              <a:t>Get the NC factor from slide 8 after elimination of not potential factor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D12E376-71FF-1BBB-BF3C-5EFA56AF3B47}"/>
              </a:ext>
            </a:extLst>
          </p:cNvPr>
          <p:cNvCxnSpPr>
            <a:cxnSpLocks/>
          </p:cNvCxnSpPr>
          <p:nvPr/>
        </p:nvCxnSpPr>
        <p:spPr>
          <a:xfrm>
            <a:off x="6496185" y="4649983"/>
            <a:ext cx="0" cy="2782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EFE4BA-25BA-EC1E-0D36-AC80B274606D}"/>
              </a:ext>
            </a:extLst>
          </p:cNvPr>
          <p:cNvGrpSpPr/>
          <p:nvPr/>
        </p:nvGrpSpPr>
        <p:grpSpPr>
          <a:xfrm>
            <a:off x="-81420" y="1253992"/>
            <a:ext cx="2345762" cy="4369226"/>
            <a:chOff x="-137348" y="1850395"/>
            <a:chExt cx="2345762" cy="436922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682BC1D-FC4D-BE94-E906-929A137F5ED5}"/>
                </a:ext>
              </a:extLst>
            </p:cNvPr>
            <p:cNvSpPr txBox="1"/>
            <p:nvPr/>
          </p:nvSpPr>
          <p:spPr>
            <a:xfrm>
              <a:off x="138211" y="1850395"/>
              <a:ext cx="891975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r>
                <a:rPr lang="en-US" baseline="30000" dirty="0"/>
                <a:t>st</a:t>
              </a:r>
              <a:r>
                <a:rPr lang="en-US" dirty="0"/>
                <a:t> Why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6F7DA0A-CBFC-AC81-2B00-16D9A256180B}"/>
                </a:ext>
              </a:extLst>
            </p:cNvPr>
            <p:cNvSpPr txBox="1"/>
            <p:nvPr/>
          </p:nvSpPr>
          <p:spPr>
            <a:xfrm>
              <a:off x="150896" y="2734303"/>
              <a:ext cx="941796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r>
                <a:rPr lang="en-US" baseline="30000" dirty="0"/>
                <a:t>nd</a:t>
              </a:r>
              <a:r>
                <a:rPr lang="en-US" dirty="0"/>
                <a:t> Why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AF916D-20E7-0122-FDA2-77EE9BAF38F8}"/>
                </a:ext>
              </a:extLst>
            </p:cNvPr>
            <p:cNvSpPr txBox="1"/>
            <p:nvPr/>
          </p:nvSpPr>
          <p:spPr>
            <a:xfrm>
              <a:off x="177446" y="3675685"/>
              <a:ext cx="91242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r>
                <a:rPr lang="en-US" baseline="30000" dirty="0"/>
                <a:t>rd</a:t>
              </a:r>
              <a:r>
                <a:rPr lang="en-US" dirty="0"/>
                <a:t> Why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1721F23-01C8-BEFD-EF10-11895423021F}"/>
                </a:ext>
              </a:extLst>
            </p:cNvPr>
            <p:cNvSpPr txBox="1"/>
            <p:nvPr/>
          </p:nvSpPr>
          <p:spPr>
            <a:xfrm>
              <a:off x="165323" y="4547696"/>
              <a:ext cx="912942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r>
                <a:rPr lang="en-US" baseline="30000" dirty="0"/>
                <a:t>th</a:t>
              </a:r>
              <a:r>
                <a:rPr lang="en-US" dirty="0"/>
                <a:t> Why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6B4CA5C-E79B-837A-D0D8-76DC90CB89F4}"/>
                </a:ext>
              </a:extLst>
            </p:cNvPr>
            <p:cNvSpPr txBox="1"/>
            <p:nvPr/>
          </p:nvSpPr>
          <p:spPr>
            <a:xfrm>
              <a:off x="160810" y="5528215"/>
              <a:ext cx="912942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r>
                <a:rPr lang="en-US" baseline="30000" dirty="0"/>
                <a:t>th</a:t>
              </a:r>
              <a:r>
                <a:rPr lang="en-US" dirty="0"/>
                <a:t> Why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DFC90A2-9CFC-99BD-FEFD-119DB5D4499D}"/>
                </a:ext>
              </a:extLst>
            </p:cNvPr>
            <p:cNvSpPr txBox="1"/>
            <p:nvPr/>
          </p:nvSpPr>
          <p:spPr>
            <a:xfrm>
              <a:off x="-60842" y="2279495"/>
              <a:ext cx="22239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won’t car start?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9444E38-000B-4EEA-7465-676EC3B23F34}"/>
                </a:ext>
              </a:extLst>
            </p:cNvPr>
            <p:cNvSpPr txBox="1"/>
            <p:nvPr/>
          </p:nvSpPr>
          <p:spPr>
            <a:xfrm>
              <a:off x="-71282" y="3083203"/>
              <a:ext cx="22239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is  the battery dead?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86A9EDA-0B72-B593-28D7-17EE765A4DC1}"/>
                </a:ext>
              </a:extLst>
            </p:cNvPr>
            <p:cNvSpPr txBox="1"/>
            <p:nvPr/>
          </p:nvSpPr>
          <p:spPr>
            <a:xfrm>
              <a:off x="-116471" y="4037126"/>
              <a:ext cx="22239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were the headlights left on overnight?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94F17E3-007B-C386-B3CE-5E79AE912E15}"/>
                </a:ext>
              </a:extLst>
            </p:cNvPr>
            <p:cNvSpPr txBox="1"/>
            <p:nvPr/>
          </p:nvSpPr>
          <p:spPr>
            <a:xfrm>
              <a:off x="-137348" y="4880354"/>
              <a:ext cx="22448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didn’t the automatic shut-off feature work?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F3DF42C-717A-B4C4-C705-74BCEFD4DB70}"/>
                </a:ext>
              </a:extLst>
            </p:cNvPr>
            <p:cNvSpPr txBox="1"/>
            <p:nvPr/>
          </p:nvSpPr>
          <p:spPr>
            <a:xfrm>
              <a:off x="-126990" y="5911844"/>
              <a:ext cx="23354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is the sensor faulty?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819B61A-061C-FCA2-245B-6BD05950DAFF}"/>
              </a:ext>
            </a:extLst>
          </p:cNvPr>
          <p:cNvSpPr/>
          <p:nvPr/>
        </p:nvSpPr>
        <p:spPr>
          <a:xfrm>
            <a:off x="7695182" y="3937082"/>
            <a:ext cx="1841823" cy="9911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>
                <a:solidFill>
                  <a:schemeClr val="tx1"/>
                </a:solidFill>
              </a:rPr>
              <a:t>Preventive Action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Set a reminder to check before leaving the car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A464CA1-698F-BB4F-1AE7-64498CCB560C}"/>
              </a:ext>
            </a:extLst>
          </p:cNvPr>
          <p:cNvSpPr/>
          <p:nvPr/>
        </p:nvSpPr>
        <p:spPr>
          <a:xfrm rot="10800000">
            <a:off x="3926624" y="5154157"/>
            <a:ext cx="256374" cy="2563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C9A2991-A701-D680-DB96-6D55134FDD7E}"/>
              </a:ext>
            </a:extLst>
          </p:cNvPr>
          <p:cNvCxnSpPr>
            <a:cxnSpLocks/>
          </p:cNvCxnSpPr>
          <p:nvPr/>
        </p:nvCxnSpPr>
        <p:spPr>
          <a:xfrm>
            <a:off x="6496185" y="5642435"/>
            <a:ext cx="0" cy="321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261D814-3AA1-0AE0-72C4-E19D24D8AC35}"/>
              </a:ext>
            </a:extLst>
          </p:cNvPr>
          <p:cNvCxnSpPr>
            <a:cxnSpLocks/>
          </p:cNvCxnSpPr>
          <p:nvPr/>
        </p:nvCxnSpPr>
        <p:spPr>
          <a:xfrm>
            <a:off x="4933618" y="5620541"/>
            <a:ext cx="0" cy="2782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EEBE366-D5C7-856D-D613-8684E384F9A2}"/>
              </a:ext>
            </a:extLst>
          </p:cNvPr>
          <p:cNvGrpSpPr/>
          <p:nvPr/>
        </p:nvGrpSpPr>
        <p:grpSpPr>
          <a:xfrm>
            <a:off x="9766265" y="3960458"/>
            <a:ext cx="2314218" cy="1612243"/>
            <a:chOff x="7568026" y="3960689"/>
            <a:chExt cx="2314218" cy="1612243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DC26E55-9F49-8377-B7A9-23F0ECC4235B}"/>
                </a:ext>
              </a:extLst>
            </p:cNvPr>
            <p:cNvSpPr txBox="1"/>
            <p:nvPr/>
          </p:nvSpPr>
          <p:spPr>
            <a:xfrm>
              <a:off x="8281404" y="3960689"/>
              <a:ext cx="912942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r>
                <a:rPr lang="en-US" baseline="30000" dirty="0"/>
                <a:t>th</a:t>
              </a:r>
              <a:r>
                <a:rPr lang="en-US" dirty="0"/>
                <a:t> Why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725DBD1-824E-ADF2-4763-A4B7C46F8440}"/>
                </a:ext>
              </a:extLst>
            </p:cNvPr>
            <p:cNvSpPr txBox="1"/>
            <p:nvPr/>
          </p:nvSpPr>
          <p:spPr>
            <a:xfrm>
              <a:off x="7568026" y="4324127"/>
              <a:ext cx="22448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didn’t the driver forget to turn them off?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B22607A-0ABF-A432-EC38-BA013058A5AB}"/>
                </a:ext>
              </a:extLst>
            </p:cNvPr>
            <p:cNvSpPr txBox="1"/>
            <p:nvPr/>
          </p:nvSpPr>
          <p:spPr>
            <a:xfrm>
              <a:off x="8350756" y="4901717"/>
              <a:ext cx="912942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r>
                <a:rPr lang="en-US" baseline="30000" dirty="0"/>
                <a:t>th</a:t>
              </a:r>
              <a:r>
                <a:rPr lang="en-US" dirty="0"/>
                <a:t> Why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5675C61-9655-E4DB-DF3A-328A00FF05C6}"/>
                </a:ext>
              </a:extLst>
            </p:cNvPr>
            <p:cNvSpPr txBox="1"/>
            <p:nvPr/>
          </p:nvSpPr>
          <p:spPr>
            <a:xfrm>
              <a:off x="7637378" y="5265155"/>
              <a:ext cx="2244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Why were they in a hurry?</a:t>
              </a:r>
            </a:p>
          </p:txBody>
        </p:sp>
      </p:grp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97F2A4D8-2F02-214C-6B87-BA205539EA8E}"/>
              </a:ext>
            </a:extLst>
          </p:cNvPr>
          <p:cNvSpPr/>
          <p:nvPr/>
        </p:nvSpPr>
        <p:spPr>
          <a:xfrm rot="10800000">
            <a:off x="3926624" y="6172502"/>
            <a:ext cx="256374" cy="2563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C22FFF61-5EF6-5241-82C9-954416250583}"/>
              </a:ext>
            </a:extLst>
          </p:cNvPr>
          <p:cNvSpPr/>
          <p:nvPr/>
        </p:nvSpPr>
        <p:spPr>
          <a:xfrm>
            <a:off x="6616274" y="2292463"/>
            <a:ext cx="256374" cy="2563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9298289-45F0-3564-887D-865FB1FB50C2}"/>
              </a:ext>
            </a:extLst>
          </p:cNvPr>
          <p:cNvSpPr/>
          <p:nvPr/>
        </p:nvSpPr>
        <p:spPr>
          <a:xfrm>
            <a:off x="7069435" y="2024302"/>
            <a:ext cx="1828575" cy="8076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>
                <a:solidFill>
                  <a:schemeClr val="tx1"/>
                </a:solidFill>
              </a:rPr>
              <a:t>Corrective Action</a:t>
            </a:r>
          </a:p>
          <a:p>
            <a:r>
              <a:rPr lang="en-US" sz="1200" dirty="0">
                <a:solidFill>
                  <a:schemeClr val="tx1"/>
                </a:solidFill>
              </a:rPr>
              <a:t>Replace new battery</a:t>
            </a:r>
          </a:p>
        </p:txBody>
      </p:sp>
    </p:spTree>
    <p:extLst>
      <p:ext uri="{BB962C8B-B14F-4D97-AF65-F5344CB8AC3E}">
        <p14:creationId xmlns:p14="http://schemas.microsoft.com/office/powerpoint/2010/main" val="2831537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Arrow: Right 54">
            <a:extLst>
              <a:ext uri="{FF2B5EF4-FFF2-40B4-BE49-F238E27FC236}">
                <a16:creationId xmlns:a16="http://schemas.microsoft.com/office/drawing/2014/main" id="{8C13F94D-4ACB-5B23-66CE-463196692F36}"/>
              </a:ext>
            </a:extLst>
          </p:cNvPr>
          <p:cNvSpPr/>
          <p:nvPr/>
        </p:nvSpPr>
        <p:spPr>
          <a:xfrm flipH="1">
            <a:off x="2956418" y="4701035"/>
            <a:ext cx="1879296" cy="236973"/>
          </a:xfrm>
          <a:prstGeom prst="rightArrow">
            <a:avLst/>
          </a:prstGeom>
          <a:solidFill>
            <a:srgbClr val="FF0000"/>
          </a:solidFill>
          <a:ln>
            <a:solidFill>
              <a:srgbClr val="FFC00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CB60B5-FDB5-45E5-F137-FAB39FCC395A}"/>
              </a:ext>
            </a:extLst>
          </p:cNvPr>
          <p:cNvSpPr txBox="1"/>
          <p:nvPr/>
        </p:nvSpPr>
        <p:spPr>
          <a:xfrm>
            <a:off x="-17753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D4) Root Cause Analysis Example 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6404" y="785575"/>
            <a:ext cx="72976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400" b="1" dirty="0">
                <a:solidFill>
                  <a:srgbClr val="00B0F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Occurrence Root Cause : Why </a:t>
            </a:r>
            <a:r>
              <a:rPr lang="en-US" sz="1400" b="1" u="sng" dirty="0">
                <a:solidFill>
                  <a:srgbClr val="00B0F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NC happen</a:t>
            </a:r>
            <a:r>
              <a:rPr lang="en-US" sz="1400" b="1" dirty="0">
                <a:solidFill>
                  <a:srgbClr val="00B0F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? (Process Control)</a:t>
            </a:r>
            <a:endParaRPr lang="en-MY" sz="1400" dirty="0">
              <a:solidFill>
                <a:srgbClr val="00B0F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42D6AF-42CA-7297-0F44-C88755F90DAD}"/>
              </a:ext>
            </a:extLst>
          </p:cNvPr>
          <p:cNvCxnSpPr>
            <a:cxnSpLocks/>
          </p:cNvCxnSpPr>
          <p:nvPr/>
        </p:nvCxnSpPr>
        <p:spPr>
          <a:xfrm flipV="1">
            <a:off x="17753" y="697258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C2DBF7-7F14-FF3A-9393-FC8B5620D23B}"/>
              </a:ext>
            </a:extLst>
          </p:cNvPr>
          <p:cNvSpPr txBox="1"/>
          <p:nvPr/>
        </p:nvSpPr>
        <p:spPr>
          <a:xfrm>
            <a:off x="12333767" y="0"/>
            <a:ext cx="194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Responsible PIC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B620B59-1D28-4933-283F-84D4D7E8854F}"/>
              </a:ext>
            </a:extLst>
          </p:cNvPr>
          <p:cNvGraphicFramePr/>
          <p:nvPr/>
        </p:nvGraphicFramePr>
        <p:xfrm>
          <a:off x="593" y="1258847"/>
          <a:ext cx="12936760" cy="549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070DC7D5-BA3D-F131-9786-63CC21D6B84A}"/>
              </a:ext>
            </a:extLst>
          </p:cNvPr>
          <p:cNvGrpSpPr/>
          <p:nvPr/>
        </p:nvGrpSpPr>
        <p:grpSpPr>
          <a:xfrm>
            <a:off x="3280529" y="3466708"/>
            <a:ext cx="1451727" cy="77770"/>
            <a:chOff x="3280529" y="3466708"/>
            <a:chExt cx="1451727" cy="77770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DD90BCB-DF63-3C24-4B6A-F9D4F7CEC49C}"/>
                </a:ext>
              </a:extLst>
            </p:cNvPr>
            <p:cNvCxnSpPr>
              <a:cxnSpLocks/>
            </p:cNvCxnSpPr>
            <p:nvPr/>
          </p:nvCxnSpPr>
          <p:spPr>
            <a:xfrm>
              <a:off x="3280529" y="3466708"/>
              <a:ext cx="0" cy="777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8C99399-034C-A429-5B8B-C55A30C68A9E}"/>
                </a:ext>
              </a:extLst>
            </p:cNvPr>
            <p:cNvCxnSpPr>
              <a:cxnSpLocks/>
            </p:cNvCxnSpPr>
            <p:nvPr/>
          </p:nvCxnSpPr>
          <p:spPr>
            <a:xfrm>
              <a:off x="3280529" y="3544478"/>
              <a:ext cx="145172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E90A8E28-DA2B-5DF3-470F-C73D15E680F4}"/>
              </a:ext>
            </a:extLst>
          </p:cNvPr>
          <p:cNvSpPr txBox="1"/>
          <p:nvPr/>
        </p:nvSpPr>
        <p:spPr>
          <a:xfrm>
            <a:off x="1737493" y="3666628"/>
            <a:ext cx="1376129" cy="6155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Corrective Action</a:t>
            </a:r>
          </a:p>
          <a:p>
            <a:r>
              <a:rPr lang="en-US" sz="1100" dirty="0"/>
              <a:t>Lock the override in machine program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5DB243-1A44-2D55-9705-99D6EFE4ABBB}"/>
              </a:ext>
            </a:extLst>
          </p:cNvPr>
          <p:cNvSpPr txBox="1"/>
          <p:nvPr/>
        </p:nvSpPr>
        <p:spPr>
          <a:xfrm>
            <a:off x="1495426" y="4617796"/>
            <a:ext cx="1470336" cy="4462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Corrective Action</a:t>
            </a:r>
          </a:p>
          <a:p>
            <a:r>
              <a:rPr lang="en-US" sz="1100" dirty="0"/>
              <a:t>Make SOP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FB0C0C-0682-A565-F90D-CD3F807A5C57}"/>
              </a:ext>
            </a:extLst>
          </p:cNvPr>
          <p:cNvSpPr txBox="1"/>
          <p:nvPr/>
        </p:nvSpPr>
        <p:spPr>
          <a:xfrm>
            <a:off x="7672398" y="5305160"/>
            <a:ext cx="1916916" cy="6155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Corrective Action</a:t>
            </a:r>
          </a:p>
          <a:p>
            <a:r>
              <a:rPr lang="en-US" sz="1100" dirty="0"/>
              <a:t>Make good cutter issuance record &amp; SOP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C319C3-D5B5-1B61-EC67-3B7511726A77}"/>
              </a:ext>
            </a:extLst>
          </p:cNvPr>
          <p:cNvSpPr txBox="1"/>
          <p:nvPr/>
        </p:nvSpPr>
        <p:spPr>
          <a:xfrm>
            <a:off x="6129973" y="6182681"/>
            <a:ext cx="1916916" cy="6155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Preventive Action</a:t>
            </a:r>
          </a:p>
          <a:p>
            <a:r>
              <a:rPr lang="en-US" sz="1100" dirty="0"/>
              <a:t>Set rule of all CNC machine must enable tool life counter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9C63A0-80F8-F165-21B1-89C3950C9E43}"/>
              </a:ext>
            </a:extLst>
          </p:cNvPr>
          <p:cNvSpPr txBox="1"/>
          <p:nvPr/>
        </p:nvSpPr>
        <p:spPr>
          <a:xfrm>
            <a:off x="9183969" y="4617796"/>
            <a:ext cx="1393779" cy="4462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Corrective Action</a:t>
            </a:r>
          </a:p>
          <a:p>
            <a:r>
              <a:rPr lang="en-US" sz="1100" dirty="0"/>
              <a:t>Make limit sample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D8A064-E432-DDA4-3DEC-34FCF772B0E1}"/>
              </a:ext>
            </a:extLst>
          </p:cNvPr>
          <p:cNvSpPr txBox="1"/>
          <p:nvPr/>
        </p:nvSpPr>
        <p:spPr>
          <a:xfrm>
            <a:off x="4751110" y="6182680"/>
            <a:ext cx="1328278" cy="6155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Preventive Action</a:t>
            </a:r>
          </a:p>
          <a:p>
            <a:r>
              <a:rPr lang="en-US" sz="1100" dirty="0"/>
              <a:t>Make rule when transfer process</a:t>
            </a: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C9291F73-40B2-4809-AA33-53675B2B8FED}"/>
              </a:ext>
            </a:extLst>
          </p:cNvPr>
          <p:cNvSpPr/>
          <p:nvPr/>
        </p:nvSpPr>
        <p:spPr>
          <a:xfrm flipH="1">
            <a:off x="3139128" y="3885696"/>
            <a:ext cx="282802" cy="236973"/>
          </a:xfrm>
          <a:prstGeom prst="rightArrow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AEFBC28D-B7DE-FFEB-85BF-9A505EB44CCA}"/>
              </a:ext>
            </a:extLst>
          </p:cNvPr>
          <p:cNvSpPr/>
          <p:nvPr/>
        </p:nvSpPr>
        <p:spPr>
          <a:xfrm rot="16200000" flipH="1">
            <a:off x="9566400" y="4357908"/>
            <a:ext cx="282802" cy="236973"/>
          </a:xfrm>
          <a:prstGeom prst="rightArrow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8165C6-0C37-EF7F-25CE-02DCE9455EA4}"/>
              </a:ext>
            </a:extLst>
          </p:cNvPr>
          <p:cNvSpPr txBox="1"/>
          <p:nvPr/>
        </p:nvSpPr>
        <p:spPr>
          <a:xfrm>
            <a:off x="7672398" y="4641156"/>
            <a:ext cx="1393779" cy="4462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Corrective Action</a:t>
            </a:r>
          </a:p>
          <a:p>
            <a:r>
              <a:rPr lang="en-US" sz="1100" dirty="0"/>
              <a:t>Make WI/PCP</a:t>
            </a: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C149BBDF-E3B8-F2A7-0A2E-C3F909E161F7}"/>
              </a:ext>
            </a:extLst>
          </p:cNvPr>
          <p:cNvSpPr/>
          <p:nvPr/>
        </p:nvSpPr>
        <p:spPr>
          <a:xfrm rot="16200000" flipH="1">
            <a:off x="8173314" y="4381269"/>
            <a:ext cx="282802" cy="236973"/>
          </a:xfrm>
          <a:prstGeom prst="rightArrow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A09ED2D6-68C4-7F55-F80A-747CBD427B70}"/>
              </a:ext>
            </a:extLst>
          </p:cNvPr>
          <p:cNvSpPr/>
          <p:nvPr/>
        </p:nvSpPr>
        <p:spPr>
          <a:xfrm rot="16200000" flipH="1">
            <a:off x="6666597" y="5971504"/>
            <a:ext cx="282802" cy="236973"/>
          </a:xfrm>
          <a:prstGeom prst="rightArrow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5ADBE368-D8D5-163D-B1E9-9245BCA7198E}"/>
              </a:ext>
            </a:extLst>
          </p:cNvPr>
          <p:cNvSpPr/>
          <p:nvPr/>
        </p:nvSpPr>
        <p:spPr>
          <a:xfrm rot="16200000" flipH="1">
            <a:off x="5242603" y="5981209"/>
            <a:ext cx="282802" cy="236973"/>
          </a:xfrm>
          <a:prstGeom prst="rightArrow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BF48D46D-A9C3-8955-29CE-E312154B8D2F}"/>
              </a:ext>
            </a:extLst>
          </p:cNvPr>
          <p:cNvSpPr/>
          <p:nvPr/>
        </p:nvSpPr>
        <p:spPr>
          <a:xfrm rot="10800000" flipH="1">
            <a:off x="7411844" y="5500950"/>
            <a:ext cx="282802" cy="236973"/>
          </a:xfrm>
          <a:prstGeom prst="rightArrow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BB1A0-1375-F77A-81C2-45655D12B414}"/>
              </a:ext>
            </a:extLst>
          </p:cNvPr>
          <p:cNvSpPr txBox="1"/>
          <p:nvPr/>
        </p:nvSpPr>
        <p:spPr>
          <a:xfrm>
            <a:off x="603451" y="3171062"/>
            <a:ext cx="89197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Why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C83AE-BEDD-E64E-C852-F4393AFCC076}"/>
              </a:ext>
            </a:extLst>
          </p:cNvPr>
          <p:cNvSpPr txBox="1"/>
          <p:nvPr/>
        </p:nvSpPr>
        <p:spPr>
          <a:xfrm>
            <a:off x="578541" y="3989194"/>
            <a:ext cx="94179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Why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D13C0-4271-ED05-E6C8-4A3B3C0A9A00}"/>
              </a:ext>
            </a:extLst>
          </p:cNvPr>
          <p:cNvSpPr txBox="1"/>
          <p:nvPr/>
        </p:nvSpPr>
        <p:spPr>
          <a:xfrm>
            <a:off x="567998" y="4745825"/>
            <a:ext cx="91242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Why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0B0819-0CED-D240-44C3-C145D0348BC0}"/>
              </a:ext>
            </a:extLst>
          </p:cNvPr>
          <p:cNvSpPr txBox="1"/>
          <p:nvPr/>
        </p:nvSpPr>
        <p:spPr>
          <a:xfrm>
            <a:off x="567998" y="5532269"/>
            <a:ext cx="9129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Why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8DCE87-B3D1-526D-393B-2585E06199EA}"/>
              </a:ext>
            </a:extLst>
          </p:cNvPr>
          <p:cNvSpPr txBox="1"/>
          <p:nvPr/>
        </p:nvSpPr>
        <p:spPr>
          <a:xfrm>
            <a:off x="536321" y="6331229"/>
            <a:ext cx="9129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Why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173F5-246A-DB3B-8FA0-1E5FF0B6A1E1}"/>
              </a:ext>
            </a:extLst>
          </p:cNvPr>
          <p:cNvSpPr txBox="1"/>
          <p:nvPr/>
        </p:nvSpPr>
        <p:spPr>
          <a:xfrm>
            <a:off x="8281343" y="1454602"/>
            <a:ext cx="12646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NC Factor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8CB238-1AF5-4775-8829-B1F26B40DB79}"/>
              </a:ext>
            </a:extLst>
          </p:cNvPr>
          <p:cNvSpPr txBox="1"/>
          <p:nvPr/>
        </p:nvSpPr>
        <p:spPr>
          <a:xfrm>
            <a:off x="4383007" y="1398092"/>
            <a:ext cx="12646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NC Factor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D95E2F-6A11-A04F-134B-77E53C75F92D}"/>
              </a:ext>
            </a:extLst>
          </p:cNvPr>
          <p:cNvSpPr txBox="1"/>
          <p:nvPr/>
        </p:nvSpPr>
        <p:spPr>
          <a:xfrm>
            <a:off x="10152006" y="1398092"/>
            <a:ext cx="16876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F0"/>
                </a:solidFill>
              </a:rPr>
              <a:t>Get the NC factor from slide 8 after elimination of not potential factor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238816-7260-F19C-9B22-1570FA0397BE}"/>
              </a:ext>
            </a:extLst>
          </p:cNvPr>
          <p:cNvCxnSpPr>
            <a:cxnSpLocks/>
          </p:cNvCxnSpPr>
          <p:nvPr/>
        </p:nvCxnSpPr>
        <p:spPr>
          <a:xfrm flipH="1">
            <a:off x="9600623" y="2369992"/>
            <a:ext cx="55138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645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D7CB60B5-FDB5-45E5-F137-FAB39FCC395A}"/>
              </a:ext>
            </a:extLst>
          </p:cNvPr>
          <p:cNvSpPr txBox="1"/>
          <p:nvPr/>
        </p:nvSpPr>
        <p:spPr>
          <a:xfrm>
            <a:off x="-24417" y="-4977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Root Cause Analysis Example 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30AA0B-E300-4C7E-8FE0-B253AC38126D}"/>
              </a:ext>
            </a:extLst>
          </p:cNvPr>
          <p:cNvSpPr txBox="1"/>
          <p:nvPr/>
        </p:nvSpPr>
        <p:spPr>
          <a:xfrm>
            <a:off x="116404" y="692696"/>
            <a:ext cx="5579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D2) Root Cause Analysis by 5 why </a:t>
            </a:r>
            <a:r>
              <a:rPr kumimoji="1" lang="en-US" b="1" dirty="0">
                <a:solidFill>
                  <a:srgbClr val="00B0F0"/>
                </a:solidFill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</a:rPr>
              <a:t>Guideline</a:t>
            </a:r>
            <a:endParaRPr kumimoji="1" lang="en-US" dirty="0">
              <a:highlight>
                <a:srgbClr val="FFFF00"/>
              </a:highligh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C92EF0-75A3-781B-43E9-6FB417E7ED89}"/>
              </a:ext>
            </a:extLst>
          </p:cNvPr>
          <p:cNvGrpSpPr/>
          <p:nvPr/>
        </p:nvGrpSpPr>
        <p:grpSpPr>
          <a:xfrm>
            <a:off x="2521924" y="1326752"/>
            <a:ext cx="9315396" cy="5418667"/>
            <a:chOff x="1305735" y="1293824"/>
            <a:chExt cx="9315396" cy="5418667"/>
          </a:xfrm>
        </p:grpSpPr>
        <p:graphicFrame>
          <p:nvGraphicFramePr>
            <p:cNvPr id="2" name="Diagram 1">
              <a:extLst>
                <a:ext uri="{FF2B5EF4-FFF2-40B4-BE49-F238E27FC236}">
                  <a16:creationId xmlns:a16="http://schemas.microsoft.com/office/drawing/2014/main" id="{A011B079-3F08-D25F-6700-CAB0B591327C}"/>
                </a:ext>
              </a:extLst>
            </p:cNvPr>
            <p:cNvGraphicFramePr/>
            <p:nvPr/>
          </p:nvGraphicFramePr>
          <p:xfrm>
            <a:off x="1851246" y="1293824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4269508-3059-A0B6-5AEC-C91BD0C6969C}"/>
                </a:ext>
              </a:extLst>
            </p:cNvPr>
            <p:cNvSpPr/>
            <p:nvPr/>
          </p:nvSpPr>
          <p:spPr>
            <a:xfrm>
              <a:off x="9047754" y="2864432"/>
              <a:ext cx="1573377" cy="5725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u="sng" dirty="0">
                  <a:solidFill>
                    <a:schemeClr val="tx1"/>
                  </a:solidFill>
                </a:rPr>
                <a:t>Corrective Action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Do Risk Management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116B5BF7-A1FB-C823-4DC0-BC59089076B3}"/>
                </a:ext>
              </a:extLst>
            </p:cNvPr>
            <p:cNvSpPr/>
            <p:nvPr/>
          </p:nvSpPr>
          <p:spPr>
            <a:xfrm>
              <a:off x="8698327" y="3022528"/>
              <a:ext cx="256374" cy="25637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42C09D86-7482-544D-9D49-E1EA4C4A99D2}"/>
                </a:ext>
              </a:extLst>
            </p:cNvPr>
            <p:cNvSpPr/>
            <p:nvPr/>
          </p:nvSpPr>
          <p:spPr>
            <a:xfrm>
              <a:off x="8698327" y="3987080"/>
              <a:ext cx="256374" cy="25637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77A317-BF1B-D757-7095-1C43656031B0}"/>
                </a:ext>
              </a:extLst>
            </p:cNvPr>
            <p:cNvSpPr/>
            <p:nvPr/>
          </p:nvSpPr>
          <p:spPr>
            <a:xfrm>
              <a:off x="9047753" y="3828982"/>
              <a:ext cx="1573377" cy="7694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u="sng" dirty="0">
                  <a:solidFill>
                    <a:schemeClr val="tx1"/>
                  </a:solidFill>
                </a:rPr>
                <a:t>Preventive Action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Do SOP to serve as guideline for new project</a:t>
              </a: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D03D3F4C-9853-EEA7-10AA-94422E76D8DD}"/>
                </a:ext>
              </a:extLst>
            </p:cNvPr>
            <p:cNvSpPr/>
            <p:nvPr/>
          </p:nvSpPr>
          <p:spPr>
            <a:xfrm>
              <a:off x="5945700" y="4704776"/>
              <a:ext cx="256374" cy="25637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405363F-E5E0-3454-7876-9D6AD7568BB3}"/>
                </a:ext>
              </a:extLst>
            </p:cNvPr>
            <p:cNvSpPr/>
            <p:nvPr/>
          </p:nvSpPr>
          <p:spPr>
            <a:xfrm>
              <a:off x="6283696" y="4546678"/>
              <a:ext cx="1573377" cy="5725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u="sng" dirty="0">
                  <a:solidFill>
                    <a:schemeClr val="tx1"/>
                  </a:solidFill>
                </a:rPr>
                <a:t>Corrective Action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Make clear the job scope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B0B86AD-6C8B-B99B-C0A8-B6FC99F8AFEE}"/>
                </a:ext>
              </a:extLst>
            </p:cNvPr>
            <p:cNvSpPr/>
            <p:nvPr/>
          </p:nvSpPr>
          <p:spPr>
            <a:xfrm>
              <a:off x="1305735" y="3700796"/>
              <a:ext cx="1573377" cy="5725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u="sng" dirty="0">
                  <a:solidFill>
                    <a:schemeClr val="tx1"/>
                  </a:solidFill>
                </a:rPr>
                <a:t>Corrective Action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Provide Training</a:t>
              </a:r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94A4FD90-B642-9B79-8445-77B063BD9330}"/>
                </a:ext>
              </a:extLst>
            </p:cNvPr>
            <p:cNvSpPr/>
            <p:nvPr/>
          </p:nvSpPr>
          <p:spPr>
            <a:xfrm rot="10800000">
              <a:off x="2910920" y="3828982"/>
              <a:ext cx="256374" cy="25637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3AF27585-E761-1275-E81C-1A80D85A2FF9}"/>
                </a:ext>
              </a:extLst>
            </p:cNvPr>
            <p:cNvSpPr/>
            <p:nvPr/>
          </p:nvSpPr>
          <p:spPr>
            <a:xfrm rot="10800000">
              <a:off x="2950205" y="4733430"/>
              <a:ext cx="256374" cy="25637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E9A257-21D6-8D32-F0AA-AC1A76D08C47}"/>
                </a:ext>
              </a:extLst>
            </p:cNvPr>
            <p:cNvSpPr/>
            <p:nvPr/>
          </p:nvSpPr>
          <p:spPr>
            <a:xfrm>
              <a:off x="1305735" y="4476895"/>
              <a:ext cx="1573377" cy="7694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u="sng" dirty="0">
                  <a:solidFill>
                    <a:schemeClr val="tx1"/>
                  </a:solidFill>
                </a:rPr>
                <a:t>Preventive Action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Do new system to monitor manpower skill &amp; training</a:t>
              </a: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4E4399D7-27D0-EDAA-1136-96A610390D27}"/>
                </a:ext>
              </a:extLst>
            </p:cNvPr>
            <p:cNvSpPr/>
            <p:nvPr/>
          </p:nvSpPr>
          <p:spPr>
            <a:xfrm>
              <a:off x="6002850" y="5469341"/>
              <a:ext cx="256374" cy="25637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82BE21C-0DA7-81D7-E834-B3E39C0CB0A2}"/>
                </a:ext>
              </a:extLst>
            </p:cNvPr>
            <p:cNvSpPr/>
            <p:nvPr/>
          </p:nvSpPr>
          <p:spPr>
            <a:xfrm>
              <a:off x="6272266" y="5311243"/>
              <a:ext cx="1573377" cy="5725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u="sng" dirty="0">
                  <a:solidFill>
                    <a:schemeClr val="tx1"/>
                  </a:solidFill>
                </a:rPr>
                <a:t>Corrective Action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Make clear the job scope</a:t>
              </a: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F37247-A566-CE12-2A64-4654E1C8AFBA}"/>
              </a:ext>
            </a:extLst>
          </p:cNvPr>
          <p:cNvCxnSpPr>
            <a:cxnSpLocks/>
          </p:cNvCxnSpPr>
          <p:nvPr/>
        </p:nvCxnSpPr>
        <p:spPr>
          <a:xfrm flipV="1">
            <a:off x="3151" y="557311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682BC1D-FC4D-BE94-E906-929A137F5ED5}"/>
              </a:ext>
            </a:extLst>
          </p:cNvPr>
          <p:cNvSpPr txBox="1"/>
          <p:nvPr/>
        </p:nvSpPr>
        <p:spPr>
          <a:xfrm>
            <a:off x="1142768" y="2136647"/>
            <a:ext cx="89197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Why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F7DA0A-CBFC-AC81-2B00-16D9A256180B}"/>
              </a:ext>
            </a:extLst>
          </p:cNvPr>
          <p:cNvSpPr txBox="1"/>
          <p:nvPr/>
        </p:nvSpPr>
        <p:spPr>
          <a:xfrm>
            <a:off x="1117858" y="2954779"/>
            <a:ext cx="94179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Why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AF916D-20E7-0122-FDA2-77EE9BAF38F8}"/>
              </a:ext>
            </a:extLst>
          </p:cNvPr>
          <p:cNvSpPr txBox="1"/>
          <p:nvPr/>
        </p:nvSpPr>
        <p:spPr>
          <a:xfrm>
            <a:off x="1107315" y="3711410"/>
            <a:ext cx="91242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Why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721F23-01C8-BEFD-EF10-11895423021F}"/>
              </a:ext>
            </a:extLst>
          </p:cNvPr>
          <p:cNvSpPr txBox="1"/>
          <p:nvPr/>
        </p:nvSpPr>
        <p:spPr>
          <a:xfrm>
            <a:off x="1107315" y="4497854"/>
            <a:ext cx="9129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Why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B4CA5C-E79B-837A-D0D8-76DC90CB89F4}"/>
              </a:ext>
            </a:extLst>
          </p:cNvPr>
          <p:cNvSpPr txBox="1"/>
          <p:nvPr/>
        </p:nvSpPr>
        <p:spPr>
          <a:xfrm>
            <a:off x="1075638" y="5296814"/>
            <a:ext cx="9129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Why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3D6440-DCC5-6862-60BA-7DC84624C676}"/>
              </a:ext>
            </a:extLst>
          </p:cNvPr>
          <p:cNvSpPr txBox="1"/>
          <p:nvPr/>
        </p:nvSpPr>
        <p:spPr>
          <a:xfrm>
            <a:off x="8612654" y="1626245"/>
            <a:ext cx="12646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NC Factor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C171DF-18A5-67F1-FFD1-DCE464C0E691}"/>
              </a:ext>
            </a:extLst>
          </p:cNvPr>
          <p:cNvSpPr txBox="1"/>
          <p:nvPr/>
        </p:nvSpPr>
        <p:spPr>
          <a:xfrm>
            <a:off x="5866221" y="1627219"/>
            <a:ext cx="12646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NC Factor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9AC165-02F3-C03C-1BF5-DB8B2761AD80}"/>
              </a:ext>
            </a:extLst>
          </p:cNvPr>
          <p:cNvSpPr txBox="1"/>
          <p:nvPr/>
        </p:nvSpPr>
        <p:spPr>
          <a:xfrm>
            <a:off x="10387980" y="1217575"/>
            <a:ext cx="16876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F0"/>
                </a:solidFill>
              </a:rPr>
              <a:t>Get the NC factor from slide 8 after elimination of not potential factor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12911F5-47B2-EB13-DB73-DF0FACC92951}"/>
              </a:ext>
            </a:extLst>
          </p:cNvPr>
          <p:cNvCxnSpPr>
            <a:cxnSpLocks/>
          </p:cNvCxnSpPr>
          <p:nvPr/>
        </p:nvCxnSpPr>
        <p:spPr>
          <a:xfrm flipH="1">
            <a:off x="9836597" y="2189475"/>
            <a:ext cx="55138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092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D7CB60B5-FDB5-45E5-F137-FAB39FCC395A}"/>
              </a:ext>
            </a:extLst>
          </p:cNvPr>
          <p:cNvSpPr txBox="1"/>
          <p:nvPr/>
        </p:nvSpPr>
        <p:spPr>
          <a:xfrm>
            <a:off x="-24417" y="-4977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Root Cause Analysis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30AA0B-E300-4C7E-8FE0-B253AC38126D}"/>
              </a:ext>
            </a:extLst>
          </p:cNvPr>
          <p:cNvSpPr txBox="1"/>
          <p:nvPr/>
        </p:nvSpPr>
        <p:spPr>
          <a:xfrm>
            <a:off x="116404" y="692696"/>
            <a:ext cx="1821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b="1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D2  </a:t>
            </a:r>
            <a:r>
              <a:rPr kumimoji="1" lang="en-US" b="1" dirty="0">
                <a:solidFill>
                  <a:srgbClr val="00B0F0"/>
                </a:solidFill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</a:rPr>
              <a:t>Guideline</a:t>
            </a:r>
            <a:endParaRPr kumimoji="1" lang="en-US" dirty="0">
              <a:highlight>
                <a:srgbClr val="FFFF00"/>
              </a:highligh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F37247-A566-CE12-2A64-4654E1C8AFBA}"/>
              </a:ext>
            </a:extLst>
          </p:cNvPr>
          <p:cNvCxnSpPr>
            <a:cxnSpLocks/>
          </p:cNvCxnSpPr>
          <p:nvPr/>
        </p:nvCxnSpPr>
        <p:spPr>
          <a:xfrm flipV="1">
            <a:off x="3151" y="557311"/>
            <a:ext cx="12209753" cy="615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246860A2-0753-0F47-8347-B2ED2D8CC5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873" y="1062028"/>
            <a:ext cx="10834255" cy="554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89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3636</TotalTime>
  <Words>1810</Words>
  <Application>Microsoft Office PowerPoint</Application>
  <PresentationFormat>Widescreen</PresentationFormat>
  <Paragraphs>373</Paragraphs>
  <Slides>24</Slides>
  <Notes>3</Notes>
  <HiddenSlides>7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Meiryo UI</vt:lpstr>
      <vt:lpstr>Microsoft YaHei</vt:lpstr>
      <vt:lpstr>Aptos</vt:lpstr>
      <vt:lpstr>Arial</vt:lpstr>
      <vt:lpstr>Calibri</vt:lpstr>
      <vt:lpstr>Calibri Light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Goh Zhi Ying</dc:creator>
  <cp:lastModifiedBy>Nurfazrin Binti Othman</cp:lastModifiedBy>
  <cp:revision>248</cp:revision>
  <cp:lastPrinted>2024-08-15T04:53:35Z</cp:lastPrinted>
  <dcterms:created xsi:type="dcterms:W3CDTF">2023-11-21T02:57:07Z</dcterms:created>
  <dcterms:modified xsi:type="dcterms:W3CDTF">2025-09-04T03:47:14Z</dcterms:modified>
</cp:coreProperties>
</file>